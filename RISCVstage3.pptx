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7162800" cy="94488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5867FF-49DB-4DC0-967A-A19776D02C5E}" v="6" dt="2026-03-10T17:14:29.5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70" d="100"/>
          <a:sy n="70" d="100"/>
        </p:scale>
        <p:origin x="460" y="-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rk, George W CIV USAF USAFA DF/DFEC" userId="1fb5875a-4594-4db2-80fb-f0db3de11280" providerId="ADAL" clId="{09330963-85FD-4C99-A81B-94D0EE5CFFEB}"/>
    <pc:docChg chg="custSel modSld">
      <pc:chgData name="York, George W CIV USAF USAFA DF/DFEC" userId="1fb5875a-4594-4db2-80fb-f0db3de11280" providerId="ADAL" clId="{09330963-85FD-4C99-A81B-94D0EE5CFFEB}" dt="2026-03-10T17:14:37.305" v="17" actId="1076"/>
      <pc:docMkLst>
        <pc:docMk/>
      </pc:docMkLst>
      <pc:sldChg chg="addSp delSp modSp mod">
        <pc:chgData name="York, George W CIV USAF USAFA DF/DFEC" userId="1fb5875a-4594-4db2-80fb-f0db3de11280" providerId="ADAL" clId="{09330963-85FD-4C99-A81B-94D0EE5CFFEB}" dt="2026-03-10T17:14:37.305" v="17" actId="1076"/>
        <pc:sldMkLst>
          <pc:docMk/>
          <pc:sldMk cId="1501170907" sldId="256"/>
        </pc:sldMkLst>
        <pc:spChg chg="mod">
          <ac:chgData name="York, George W CIV USAF USAFA DF/DFEC" userId="1fb5875a-4594-4db2-80fb-f0db3de11280" providerId="ADAL" clId="{09330963-85FD-4C99-A81B-94D0EE5CFFEB}" dt="2026-03-05T22:46:17.762" v="4" actId="20577"/>
          <ac:spMkLst>
            <pc:docMk/>
            <pc:sldMk cId="1501170907" sldId="256"/>
            <ac:spMk id="4" creationId="{FB55267A-D19E-887C-DE49-0FCC56FF700B}"/>
          </ac:spMkLst>
        </pc:spChg>
        <pc:spChg chg="add mod">
          <ac:chgData name="York, George W CIV USAF USAFA DF/DFEC" userId="1fb5875a-4594-4db2-80fb-f0db3de11280" providerId="ADAL" clId="{09330963-85FD-4C99-A81B-94D0EE5CFFEB}" dt="2026-03-10T17:10:31.494" v="11" actId="1076"/>
          <ac:spMkLst>
            <pc:docMk/>
            <pc:sldMk cId="1501170907" sldId="256"/>
            <ac:spMk id="17" creationId="{F3C357C1-6CA0-FE49-1679-B84ECC79460C}"/>
          </ac:spMkLst>
        </pc:spChg>
        <pc:spChg chg="del">
          <ac:chgData name="York, George W CIV USAF USAFA DF/DFEC" userId="1fb5875a-4594-4db2-80fb-f0db3de11280" providerId="ADAL" clId="{09330963-85FD-4C99-A81B-94D0EE5CFFEB}" dt="2026-03-10T16:47:43.899" v="5" actId="478"/>
          <ac:spMkLst>
            <pc:docMk/>
            <pc:sldMk cId="1501170907" sldId="256"/>
            <ac:spMk id="54" creationId="{7C5CCBD1-0844-480F-8141-9A9CAA44FF50}"/>
          </ac:spMkLst>
        </pc:spChg>
        <pc:spChg chg="del">
          <ac:chgData name="York, George W CIV USAF USAFA DF/DFEC" userId="1fb5875a-4594-4db2-80fb-f0db3de11280" providerId="ADAL" clId="{09330963-85FD-4C99-A81B-94D0EE5CFFEB}" dt="2026-03-10T16:47:43.899" v="5" actId="478"/>
          <ac:spMkLst>
            <pc:docMk/>
            <pc:sldMk cId="1501170907" sldId="256"/>
            <ac:spMk id="57" creationId="{BE8947B1-691B-936E-60AD-9FDFE4A4EA75}"/>
          </ac:spMkLst>
        </pc:spChg>
        <pc:spChg chg="del">
          <ac:chgData name="York, George W CIV USAF USAFA DF/DFEC" userId="1fb5875a-4594-4db2-80fb-f0db3de11280" providerId="ADAL" clId="{09330963-85FD-4C99-A81B-94D0EE5CFFEB}" dt="2026-03-10T16:47:43.899" v="5" actId="478"/>
          <ac:spMkLst>
            <pc:docMk/>
            <pc:sldMk cId="1501170907" sldId="256"/>
            <ac:spMk id="59" creationId="{62908768-78CB-6AA2-9F8F-560147BBA50C}"/>
          </ac:spMkLst>
        </pc:spChg>
        <pc:spChg chg="del">
          <ac:chgData name="York, George W CIV USAF USAFA DF/DFEC" userId="1fb5875a-4594-4db2-80fb-f0db3de11280" providerId="ADAL" clId="{09330963-85FD-4C99-A81B-94D0EE5CFFEB}" dt="2026-03-10T16:47:43.899" v="5" actId="478"/>
          <ac:spMkLst>
            <pc:docMk/>
            <pc:sldMk cId="1501170907" sldId="256"/>
            <ac:spMk id="80" creationId="{55A3E227-0BF3-A73B-3BC7-43B3ED0C951A}"/>
          </ac:spMkLst>
        </pc:spChg>
        <pc:spChg chg="del">
          <ac:chgData name="York, George W CIV USAF USAFA DF/DFEC" userId="1fb5875a-4594-4db2-80fb-f0db3de11280" providerId="ADAL" clId="{09330963-85FD-4C99-A81B-94D0EE5CFFEB}" dt="2026-03-10T16:47:43.899" v="5" actId="478"/>
          <ac:spMkLst>
            <pc:docMk/>
            <pc:sldMk cId="1501170907" sldId="256"/>
            <ac:spMk id="84" creationId="{D1142331-E346-04E4-CE7D-40DA0254B7E8}"/>
          </ac:spMkLst>
        </pc:spChg>
        <pc:spChg chg="add del mod">
          <ac:chgData name="York, George W CIV USAF USAFA DF/DFEC" userId="1fb5875a-4594-4db2-80fb-f0db3de11280" providerId="ADAL" clId="{09330963-85FD-4C99-A81B-94D0EE5CFFEB}" dt="2026-03-10T16:47:43.899" v="5" actId="478"/>
          <ac:spMkLst>
            <pc:docMk/>
            <pc:sldMk cId="1501170907" sldId="256"/>
            <ac:spMk id="105" creationId="{8150CAF1-DAFF-41B1-37D9-3AA58EDF71DA}"/>
          </ac:spMkLst>
        </pc:spChg>
        <pc:spChg chg="add mod">
          <ac:chgData name="York, George W CIV USAF USAFA DF/DFEC" userId="1fb5875a-4594-4db2-80fb-f0db3de11280" providerId="ADAL" clId="{09330963-85FD-4C99-A81B-94D0EE5CFFEB}" dt="2026-03-05T22:29:55.846" v="0"/>
          <ac:spMkLst>
            <pc:docMk/>
            <pc:sldMk cId="1501170907" sldId="256"/>
            <ac:spMk id="106" creationId="{802EBAD3-1207-E175-F4E6-F1CAAFD5CB84}"/>
          </ac:spMkLst>
        </pc:spChg>
        <pc:spChg chg="add mod">
          <ac:chgData name="York, George W CIV USAF USAFA DF/DFEC" userId="1fb5875a-4594-4db2-80fb-f0db3de11280" providerId="ADAL" clId="{09330963-85FD-4C99-A81B-94D0EE5CFFEB}" dt="2026-03-05T22:29:55.846" v="0"/>
          <ac:spMkLst>
            <pc:docMk/>
            <pc:sldMk cId="1501170907" sldId="256"/>
            <ac:spMk id="107" creationId="{B1546BBC-B812-DED8-4B26-9FABE47BC3AA}"/>
          </ac:spMkLst>
        </pc:spChg>
        <pc:spChg chg="add mod">
          <ac:chgData name="York, George W CIV USAF USAFA DF/DFEC" userId="1fb5875a-4594-4db2-80fb-f0db3de11280" providerId="ADAL" clId="{09330963-85FD-4C99-A81B-94D0EE5CFFEB}" dt="2026-03-05T22:29:55.846" v="0"/>
          <ac:spMkLst>
            <pc:docMk/>
            <pc:sldMk cId="1501170907" sldId="256"/>
            <ac:spMk id="109" creationId="{A81CABDD-6671-8136-C507-5421CBF47C22}"/>
          </ac:spMkLst>
        </pc:spChg>
        <pc:spChg chg="add mod">
          <ac:chgData name="York, George W CIV USAF USAFA DF/DFEC" userId="1fb5875a-4594-4db2-80fb-f0db3de11280" providerId="ADAL" clId="{09330963-85FD-4C99-A81B-94D0EE5CFFEB}" dt="2026-03-05T22:29:55.846" v="0"/>
          <ac:spMkLst>
            <pc:docMk/>
            <pc:sldMk cId="1501170907" sldId="256"/>
            <ac:spMk id="110" creationId="{F182B11B-81F0-C7FD-76B3-7C27A04FAE43}"/>
          </ac:spMkLst>
        </pc:spChg>
        <pc:spChg chg="add mod">
          <ac:chgData name="York, George W CIV USAF USAFA DF/DFEC" userId="1fb5875a-4594-4db2-80fb-f0db3de11280" providerId="ADAL" clId="{09330963-85FD-4C99-A81B-94D0EE5CFFEB}" dt="2026-03-10T16:47:45.074" v="6"/>
          <ac:spMkLst>
            <pc:docMk/>
            <pc:sldMk cId="1501170907" sldId="256"/>
            <ac:spMk id="140" creationId="{42D03EFD-C681-4EA9-84D6-2D58957476C9}"/>
          </ac:spMkLst>
        </pc:spChg>
        <pc:spChg chg="add mod">
          <ac:chgData name="York, George W CIV USAF USAFA DF/DFEC" userId="1fb5875a-4594-4db2-80fb-f0db3de11280" providerId="ADAL" clId="{09330963-85FD-4C99-A81B-94D0EE5CFFEB}" dt="2026-03-10T16:47:45.074" v="6"/>
          <ac:spMkLst>
            <pc:docMk/>
            <pc:sldMk cId="1501170907" sldId="256"/>
            <ac:spMk id="141" creationId="{130DB228-30F1-3EAB-8348-ADF6B84F5227}"/>
          </ac:spMkLst>
        </pc:spChg>
        <pc:spChg chg="add mod">
          <ac:chgData name="York, George W CIV USAF USAFA DF/DFEC" userId="1fb5875a-4594-4db2-80fb-f0db3de11280" providerId="ADAL" clId="{09330963-85FD-4C99-A81B-94D0EE5CFFEB}" dt="2026-03-10T16:47:45.074" v="6"/>
          <ac:spMkLst>
            <pc:docMk/>
            <pc:sldMk cId="1501170907" sldId="256"/>
            <ac:spMk id="143" creationId="{28B52DA0-5124-B1DD-6399-E77E9F27E337}"/>
          </ac:spMkLst>
        </pc:spChg>
        <pc:spChg chg="add mod">
          <ac:chgData name="York, George W CIV USAF USAFA DF/DFEC" userId="1fb5875a-4594-4db2-80fb-f0db3de11280" providerId="ADAL" clId="{09330963-85FD-4C99-A81B-94D0EE5CFFEB}" dt="2026-03-10T16:47:45.074" v="6"/>
          <ac:spMkLst>
            <pc:docMk/>
            <pc:sldMk cId="1501170907" sldId="256"/>
            <ac:spMk id="154" creationId="{A1848007-5C57-2514-E0D9-E9FAA0E1581E}"/>
          </ac:spMkLst>
        </pc:spChg>
        <pc:spChg chg="add mod">
          <ac:chgData name="York, George W CIV USAF USAFA DF/DFEC" userId="1fb5875a-4594-4db2-80fb-f0db3de11280" providerId="ADAL" clId="{09330963-85FD-4C99-A81B-94D0EE5CFFEB}" dt="2026-03-10T16:47:45.074" v="6"/>
          <ac:spMkLst>
            <pc:docMk/>
            <pc:sldMk cId="1501170907" sldId="256"/>
            <ac:spMk id="156" creationId="{8EE68CD5-3828-66D3-CF69-264F08A0AC09}"/>
          </ac:spMkLst>
        </pc:spChg>
        <pc:spChg chg="add mod">
          <ac:chgData name="York, George W CIV USAF USAFA DF/DFEC" userId="1fb5875a-4594-4db2-80fb-f0db3de11280" providerId="ADAL" clId="{09330963-85FD-4C99-A81B-94D0EE5CFFEB}" dt="2026-03-10T16:47:45.074" v="6"/>
          <ac:spMkLst>
            <pc:docMk/>
            <pc:sldMk cId="1501170907" sldId="256"/>
            <ac:spMk id="174" creationId="{7519AAD8-ECD9-BCFB-E19F-03D8220E44C3}"/>
          </ac:spMkLst>
        </pc:spChg>
        <pc:spChg chg="add mod">
          <ac:chgData name="York, George W CIV USAF USAFA DF/DFEC" userId="1fb5875a-4594-4db2-80fb-f0db3de11280" providerId="ADAL" clId="{09330963-85FD-4C99-A81B-94D0EE5CFFEB}" dt="2026-03-10T16:47:45.074" v="6"/>
          <ac:spMkLst>
            <pc:docMk/>
            <pc:sldMk cId="1501170907" sldId="256"/>
            <ac:spMk id="186" creationId="{4DF51EAB-8861-0396-BAA6-9479806818EB}"/>
          </ac:spMkLst>
        </pc:spChg>
        <pc:spChg chg="add mod">
          <ac:chgData name="York, George W CIV USAF USAFA DF/DFEC" userId="1fb5875a-4594-4db2-80fb-f0db3de11280" providerId="ADAL" clId="{09330963-85FD-4C99-A81B-94D0EE5CFFEB}" dt="2026-03-10T16:47:45.074" v="6"/>
          <ac:spMkLst>
            <pc:docMk/>
            <pc:sldMk cId="1501170907" sldId="256"/>
            <ac:spMk id="187" creationId="{02F76C24-B5A2-EF6E-0213-72D63A9FAEFB}"/>
          </ac:spMkLst>
        </pc:spChg>
        <pc:spChg chg="del">
          <ac:chgData name="York, George W CIV USAF USAFA DF/DFEC" userId="1fb5875a-4594-4db2-80fb-f0db3de11280" providerId="ADAL" clId="{09330963-85FD-4C99-A81B-94D0EE5CFFEB}" dt="2026-03-10T16:47:43.899" v="5" actId="478"/>
          <ac:spMkLst>
            <pc:docMk/>
            <pc:sldMk cId="1501170907" sldId="256"/>
            <ac:spMk id="264" creationId="{18102C07-F7E1-1AF1-477B-00B68F177F07}"/>
          </ac:spMkLst>
        </pc:spChg>
        <pc:spChg chg="del">
          <ac:chgData name="York, George W CIV USAF USAFA DF/DFEC" userId="1fb5875a-4594-4db2-80fb-f0db3de11280" providerId="ADAL" clId="{09330963-85FD-4C99-A81B-94D0EE5CFFEB}" dt="2026-03-10T16:47:43.899" v="5" actId="478"/>
          <ac:spMkLst>
            <pc:docMk/>
            <pc:sldMk cId="1501170907" sldId="256"/>
            <ac:spMk id="265" creationId="{00A05C49-A5A2-CC74-BAEB-00CF47323BC9}"/>
          </ac:spMkLst>
        </pc:spChg>
        <pc:spChg chg="del">
          <ac:chgData name="York, George W CIV USAF USAFA DF/DFEC" userId="1fb5875a-4594-4db2-80fb-f0db3de11280" providerId="ADAL" clId="{09330963-85FD-4C99-A81B-94D0EE5CFFEB}" dt="2026-03-10T16:47:43.899" v="5" actId="478"/>
          <ac:spMkLst>
            <pc:docMk/>
            <pc:sldMk cId="1501170907" sldId="256"/>
            <ac:spMk id="266" creationId="{B178740B-BE6B-31B0-B4FD-0ED1D3EABF36}"/>
          </ac:spMkLst>
        </pc:spChg>
        <pc:grpChg chg="del">
          <ac:chgData name="York, George W CIV USAF USAFA DF/DFEC" userId="1fb5875a-4594-4db2-80fb-f0db3de11280" providerId="ADAL" clId="{09330963-85FD-4C99-A81B-94D0EE5CFFEB}" dt="2026-03-10T17:14:24.856" v="15" actId="478"/>
          <ac:grpSpMkLst>
            <pc:docMk/>
            <pc:sldMk cId="1501170907" sldId="256"/>
            <ac:grpSpMk id="30" creationId="{F29CD4F1-4D65-2071-CB5D-56C21B0A8ADD}"/>
          </ac:grpSpMkLst>
        </pc:grpChg>
        <pc:grpChg chg="del">
          <ac:chgData name="York, George W CIV USAF USAFA DF/DFEC" userId="1fb5875a-4594-4db2-80fb-f0db3de11280" providerId="ADAL" clId="{09330963-85FD-4C99-A81B-94D0EE5CFFEB}" dt="2026-03-10T16:47:43.899" v="5" actId="478"/>
          <ac:grpSpMkLst>
            <pc:docMk/>
            <pc:sldMk cId="1501170907" sldId="256"/>
            <ac:grpSpMk id="61" creationId="{16FC76F5-1B0B-DFD2-2DFE-467D7246D31F}"/>
          </ac:grpSpMkLst>
        </pc:grpChg>
        <pc:grpChg chg="add mod">
          <ac:chgData name="York, George W CIV USAF USAFA DF/DFEC" userId="1fb5875a-4594-4db2-80fb-f0db3de11280" providerId="ADAL" clId="{09330963-85FD-4C99-A81B-94D0EE5CFFEB}" dt="2026-03-10T16:47:45.074" v="6"/>
          <ac:grpSpMkLst>
            <pc:docMk/>
            <pc:sldMk cId="1501170907" sldId="256"/>
            <ac:grpSpMk id="131" creationId="{7985B0F1-5D5A-96E1-0D14-965720B89EB9}"/>
          </ac:grpSpMkLst>
        </pc:grpChg>
        <pc:grpChg chg="add mod">
          <ac:chgData name="York, George W CIV USAF USAFA DF/DFEC" userId="1fb5875a-4594-4db2-80fb-f0db3de11280" providerId="ADAL" clId="{09330963-85FD-4C99-A81B-94D0EE5CFFEB}" dt="2026-03-10T16:47:45.074" v="6"/>
          <ac:grpSpMkLst>
            <pc:docMk/>
            <pc:sldMk cId="1501170907" sldId="256"/>
            <ac:grpSpMk id="144" creationId="{668D9262-FD4F-8437-B65A-FF28CF8998C5}"/>
          </ac:grpSpMkLst>
        </pc:grpChg>
        <pc:picChg chg="del">
          <ac:chgData name="York, George W CIV USAF USAFA DF/DFEC" userId="1fb5875a-4594-4db2-80fb-f0db3de11280" providerId="ADAL" clId="{09330963-85FD-4C99-A81B-94D0EE5CFFEB}" dt="2026-03-10T17:14:07.197" v="12" actId="478"/>
          <ac:picMkLst>
            <pc:docMk/>
            <pc:sldMk cId="1501170907" sldId="256"/>
            <ac:picMk id="36" creationId="{7D1B8B85-7F90-6201-21E9-F6ABDFFBBFF8}"/>
          </ac:picMkLst>
        </pc:picChg>
        <pc:cxnChg chg="del">
          <ac:chgData name="York, George W CIV USAF USAFA DF/DFEC" userId="1fb5875a-4594-4db2-80fb-f0db3de11280" providerId="ADAL" clId="{09330963-85FD-4C99-A81B-94D0EE5CFFEB}" dt="2026-03-10T16:47:53.742" v="7" actId="478"/>
          <ac:cxnSpMkLst>
            <pc:docMk/>
            <pc:sldMk cId="1501170907" sldId="256"/>
            <ac:cxnSpMk id="17" creationId="{D24E488E-A173-AFA0-3F6A-78FF8CC6952B}"/>
          </ac:cxnSpMkLst>
        </pc:cxnChg>
        <pc:cxnChg chg="del">
          <ac:chgData name="York, George W CIV USAF USAFA DF/DFEC" userId="1fb5875a-4594-4db2-80fb-f0db3de11280" providerId="ADAL" clId="{09330963-85FD-4C99-A81B-94D0EE5CFFEB}" dt="2026-03-10T16:47:53.742" v="7" actId="478"/>
          <ac:cxnSpMkLst>
            <pc:docMk/>
            <pc:sldMk cId="1501170907" sldId="256"/>
            <ac:cxnSpMk id="26" creationId="{EFC7A41C-61ED-49E4-BA0B-27EC82F62902}"/>
          </ac:cxnSpMkLst>
        </pc:cxnChg>
        <pc:cxnChg chg="add mod">
          <ac:chgData name="York, George W CIV USAF USAFA DF/DFEC" userId="1fb5875a-4594-4db2-80fb-f0db3de11280" providerId="ADAL" clId="{09330963-85FD-4C99-A81B-94D0EE5CFFEB}" dt="2026-03-10T17:14:37.305" v="17" actId="1076"/>
          <ac:cxnSpMkLst>
            <pc:docMk/>
            <pc:sldMk cId="1501170907" sldId="256"/>
            <ac:cxnSpMk id="26" creationId="{F93FF150-8370-FB86-5E5C-59855FA6B568}"/>
          </ac:cxnSpMkLst>
        </pc:cxnChg>
        <pc:cxnChg chg="del">
          <ac:chgData name="York, George W CIV USAF USAFA DF/DFEC" userId="1fb5875a-4594-4db2-80fb-f0db3de11280" providerId="ADAL" clId="{09330963-85FD-4C99-A81B-94D0EE5CFFEB}" dt="2026-03-10T16:47:53.742" v="7" actId="478"/>
          <ac:cxnSpMkLst>
            <pc:docMk/>
            <pc:sldMk cId="1501170907" sldId="256"/>
            <ac:cxnSpMk id="28" creationId="{EE79F449-2B1D-87A9-9E7B-9DD8C11C7B9B}"/>
          </ac:cxnSpMkLst>
        </pc:cxnChg>
        <pc:cxnChg chg="del">
          <ac:chgData name="York, George W CIV USAF USAFA DF/DFEC" userId="1fb5875a-4594-4db2-80fb-f0db3de11280" providerId="ADAL" clId="{09330963-85FD-4C99-A81B-94D0EE5CFFEB}" dt="2026-03-10T17:14:18.066" v="14" actId="478"/>
          <ac:cxnSpMkLst>
            <pc:docMk/>
            <pc:sldMk cId="1501170907" sldId="256"/>
            <ac:cxnSpMk id="37" creationId="{A09C37C1-E5D0-9FBA-A932-2F98BACEC0B2}"/>
          </ac:cxnSpMkLst>
        </pc:cxnChg>
        <pc:cxnChg chg="mod">
          <ac:chgData name="York, George W CIV USAF USAFA DF/DFEC" userId="1fb5875a-4594-4db2-80fb-f0db3de11280" providerId="ADAL" clId="{09330963-85FD-4C99-A81B-94D0EE5CFFEB}" dt="2026-03-10T17:14:16.193" v="13" actId="1076"/>
          <ac:cxnSpMkLst>
            <pc:docMk/>
            <pc:sldMk cId="1501170907" sldId="256"/>
            <ac:cxnSpMk id="38" creationId="{4D9B3B66-045C-4BC7-2F4D-857D0D686CD3}"/>
          </ac:cxnSpMkLst>
        </pc:cxnChg>
        <pc:cxnChg chg="add mod">
          <ac:chgData name="York, George W CIV USAF USAFA DF/DFEC" userId="1fb5875a-4594-4db2-80fb-f0db3de11280" providerId="ADAL" clId="{09330963-85FD-4C99-A81B-94D0EE5CFFEB}" dt="2026-03-05T22:29:55.846" v="0"/>
          <ac:cxnSpMkLst>
            <pc:docMk/>
            <pc:sldMk cId="1501170907" sldId="256"/>
            <ac:cxnSpMk id="108" creationId="{55D04E53-F0F2-CC32-832F-AD990A0BD8D2}"/>
          </ac:cxnSpMkLst>
        </pc:cxnChg>
        <pc:cxnChg chg="add mod">
          <ac:chgData name="York, George W CIV USAF USAFA DF/DFEC" userId="1fb5875a-4594-4db2-80fb-f0db3de11280" providerId="ADAL" clId="{09330963-85FD-4C99-A81B-94D0EE5CFFEB}" dt="2026-03-05T22:29:55.846" v="0"/>
          <ac:cxnSpMkLst>
            <pc:docMk/>
            <pc:sldMk cId="1501170907" sldId="256"/>
            <ac:cxnSpMk id="120" creationId="{1883FA79-CBE1-81F9-475F-742DC442633A}"/>
          </ac:cxnSpMkLst>
        </pc:cxnChg>
        <pc:cxnChg chg="add mod">
          <ac:chgData name="York, George W CIV USAF USAFA DF/DFEC" userId="1fb5875a-4594-4db2-80fb-f0db3de11280" providerId="ADAL" clId="{09330963-85FD-4C99-A81B-94D0EE5CFFEB}" dt="2026-03-05T22:29:55.846" v="0"/>
          <ac:cxnSpMkLst>
            <pc:docMk/>
            <pc:sldMk cId="1501170907" sldId="256"/>
            <ac:cxnSpMk id="121" creationId="{D53ADBF7-10DC-5789-46E9-813992762F1C}"/>
          </ac:cxnSpMkLst>
        </pc:cxnChg>
        <pc:cxnChg chg="add mod">
          <ac:chgData name="York, George W CIV USAF USAFA DF/DFEC" userId="1fb5875a-4594-4db2-80fb-f0db3de11280" providerId="ADAL" clId="{09330963-85FD-4C99-A81B-94D0EE5CFFEB}" dt="2026-03-05T22:29:55.846" v="0"/>
          <ac:cxnSpMkLst>
            <pc:docMk/>
            <pc:sldMk cId="1501170907" sldId="256"/>
            <ac:cxnSpMk id="123" creationId="{61CB085F-EFA5-81F0-171A-B0F01423DFC7}"/>
          </ac:cxnSpMkLst>
        </pc:cxnChg>
        <pc:cxnChg chg="add mod">
          <ac:chgData name="York, George W CIV USAF USAFA DF/DFEC" userId="1fb5875a-4594-4db2-80fb-f0db3de11280" providerId="ADAL" clId="{09330963-85FD-4C99-A81B-94D0EE5CFFEB}" dt="2026-03-05T22:29:55.846" v="0"/>
          <ac:cxnSpMkLst>
            <pc:docMk/>
            <pc:sldMk cId="1501170907" sldId="256"/>
            <ac:cxnSpMk id="125" creationId="{EC42D385-1455-5F7D-5DE9-63C32D5B7E54}"/>
          </ac:cxnSpMkLst>
        </pc:cxnChg>
        <pc:cxnChg chg="add mod">
          <ac:chgData name="York, George W CIV USAF USAFA DF/DFEC" userId="1fb5875a-4594-4db2-80fb-f0db3de11280" providerId="ADAL" clId="{09330963-85FD-4C99-A81B-94D0EE5CFFEB}" dt="2026-03-05T22:29:55.846" v="0"/>
          <ac:cxnSpMkLst>
            <pc:docMk/>
            <pc:sldMk cId="1501170907" sldId="256"/>
            <ac:cxnSpMk id="128" creationId="{2FF7584B-44F4-AC4F-1A2B-A5EEAC3183AF}"/>
          </ac:cxnSpMkLst>
        </pc:cxnChg>
        <pc:cxnChg chg="add mod">
          <ac:chgData name="York, George W CIV USAF USAFA DF/DFEC" userId="1fb5875a-4594-4db2-80fb-f0db3de11280" providerId="ADAL" clId="{09330963-85FD-4C99-A81B-94D0EE5CFFEB}" dt="2026-03-10T16:48:05.976" v="8"/>
          <ac:cxnSpMkLst>
            <pc:docMk/>
            <pc:sldMk cId="1501170907" sldId="256"/>
            <ac:cxnSpMk id="189" creationId="{4F79E217-E351-6707-29A8-684823FCD841}"/>
          </ac:cxnSpMkLst>
        </pc:cxnChg>
        <pc:cxnChg chg="add mod">
          <ac:chgData name="York, George W CIV USAF USAFA DF/DFEC" userId="1fb5875a-4594-4db2-80fb-f0db3de11280" providerId="ADAL" clId="{09330963-85FD-4C99-A81B-94D0EE5CFFEB}" dt="2026-03-10T16:48:05.976" v="8"/>
          <ac:cxnSpMkLst>
            <pc:docMk/>
            <pc:sldMk cId="1501170907" sldId="256"/>
            <ac:cxnSpMk id="190" creationId="{88E60B1A-8F9F-F801-EE6D-5051B5DDD7FD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03563" cy="4730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57650" y="0"/>
            <a:ext cx="3103563" cy="4730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FCF6AB-26F5-45AE-AED4-4D9C1E2EDF66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46125" y="1181100"/>
            <a:ext cx="5670550" cy="31892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5963" y="4546600"/>
            <a:ext cx="5730875" cy="3721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75725"/>
            <a:ext cx="3103563" cy="4730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57650" y="8975725"/>
            <a:ext cx="3103563" cy="4730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B206E6-BEA0-449E-8B4C-16C99BC43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920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B206E6-BEA0-449E-8B4C-16C99BC43B6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781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93299-5041-75C6-017B-30BC5A7703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D5B8DF-234E-2565-8A74-EC4222DD8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057E2-614B-D8D3-DAFD-EB72441E8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690C6-9279-0175-F287-5CC57F0F3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997C7-E9F4-F1AF-9589-55C8A58F5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315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C697-D311-D3F4-746D-9512D58AD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9517B-7E5A-43C5-AFA7-CA8FAD4DD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51C59-7FDA-699E-57AD-CD4F8B7B5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33E41-82A1-9D05-F8BB-7CBEB4AED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5BC14-12CB-B85A-903B-B6B3E5C79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718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FBDC1-63DB-A261-8B23-4DB5378B6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65E3A-3EBC-4A5E-B2B6-C98ADB887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6D6BF-0ABC-0A1E-2556-6181195E5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CF61C-418D-55F8-1B7C-FE7BEF28A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E840A-E96E-07C4-96F6-A07EDA8D3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56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1E5CC-0588-6BDA-D14C-7841AE213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9EAD0-6884-D842-3703-5940E1F302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5165D7-E4D0-6E62-7410-8DD685ED13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37052-AB9E-16C3-06EB-11FD36635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0E6E59-D0C1-59C6-AECF-05F568FA3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6E6FBB-64A9-ACBE-39EC-C8D5F230D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511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3D773-A9B5-CAE2-7A49-D74CDCCD9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D8187-78C8-5A5F-AA62-B2B189686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C4D96B-C717-D46C-BA87-BE57D3E584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4135A0-3376-3CEC-BE24-0142BE8DBE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C3AC10-421B-C35A-B933-38881A6F5E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37917C-0CC4-4F40-CED8-E47FEAF9F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DFAFCF-F24B-F467-EE20-6295A7E0C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67A846-92AC-6BF7-0A06-104B81E38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01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CAF6E-DCF2-8CBC-0A12-19FBFECE0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1BD701-32A0-96D1-647C-B494D9288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6753AA-0B6F-1296-7C13-668735B26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3892D3-3E5D-4D55-9820-26F146551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843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379F85-5DE8-E547-90AD-EA619EAF0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9E778A-56AF-B474-3FA7-E1C69EC04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F13C4-15EC-1F25-AA88-0E7F792CE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932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0C723-D383-8BBE-4335-E9AC5A8A5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8FEE8-EA2C-0896-1608-DD49A5F88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A10344-FE72-8D2C-2A7A-98D16F4222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EF8B27-B0FB-3AC9-EE50-116F5890B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0BE820-C4D0-A9B9-3984-64D0AEFD7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1FF1BD-E095-E09D-35E0-8B5632EE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690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0EAEC-5F14-6769-2CA4-40366A78D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DC298D-F147-E7D7-A1EB-D18A0AE668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660A7D-1C77-2BB1-E9DF-A6BFBADA01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20A765-EAFF-C2C5-315F-08EA81987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E76CCC-11A5-2B7F-114C-9486DDFA0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36D6A-8D27-FCE0-0A3F-E85DD5B5C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449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82B3E-D736-AF83-EE9F-13F94B5CB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EFD6A-15AB-A3D9-68C9-10A1DA0FE9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1C672-7AE0-6E8E-C3A7-6298D90DD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8457A-275A-9FF2-74DF-D9ECDF2D9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0FC87-DE10-893D-ED45-023BD9C81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031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E2E4A7-F30E-A229-C8B2-EFAA9BEB1E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D79462-7BAC-5207-FD65-DA6583A522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860B-1B0A-B930-D2DD-993523E71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FC0B7-78D5-E67F-FC88-5D255F29E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F8B40-7A68-DFDB-BD83-6B27D6BB2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701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1CEFFF-13F7-262B-B970-735F2F0D4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4BEF5-8A79-A960-F86F-B92A2C4A2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2C7EF-1281-E6F3-8101-E7427E5E50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AFF834-1BEC-4F95-9622-28B5DCC1FE16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DAC2B-E565-9204-1CEB-303278FA4A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88FD1-1743-4E35-DD86-376C42FB33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391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4" name="Straight Connector 343">
            <a:extLst>
              <a:ext uri="{FF2B5EF4-FFF2-40B4-BE49-F238E27FC236}">
                <a16:creationId xmlns:a16="http://schemas.microsoft.com/office/drawing/2014/main" id="{7E8DA7EA-9048-3048-F599-149D9F375B61}"/>
              </a:ext>
            </a:extLst>
          </p:cNvPr>
          <p:cNvCxnSpPr>
            <a:cxnSpLocks/>
          </p:cNvCxnSpPr>
          <p:nvPr/>
        </p:nvCxnSpPr>
        <p:spPr>
          <a:xfrm flipH="1">
            <a:off x="4006133" y="5573346"/>
            <a:ext cx="5435968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Straight Connector 332">
            <a:extLst>
              <a:ext uri="{FF2B5EF4-FFF2-40B4-BE49-F238E27FC236}">
                <a16:creationId xmlns:a16="http://schemas.microsoft.com/office/drawing/2014/main" id="{4BADE5B1-9FD4-A81A-2DDD-114802BD44F3}"/>
              </a:ext>
            </a:extLst>
          </p:cNvPr>
          <p:cNvCxnSpPr>
            <a:cxnSpLocks/>
          </p:cNvCxnSpPr>
          <p:nvPr/>
        </p:nvCxnSpPr>
        <p:spPr>
          <a:xfrm flipH="1">
            <a:off x="3977662" y="5061481"/>
            <a:ext cx="5464439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B55267A-D19E-887C-DE49-0FCC56FF700B}"/>
              </a:ext>
            </a:extLst>
          </p:cNvPr>
          <p:cNvSpPr txBox="1"/>
          <p:nvPr/>
        </p:nvSpPr>
        <p:spPr>
          <a:xfrm>
            <a:off x="3825240" y="82040"/>
            <a:ext cx="481042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Stage 3. RISC-V 5-cycle Pipeline Architecture</a:t>
            </a:r>
          </a:p>
          <a:p>
            <a:pPr algn="ctr"/>
            <a:r>
              <a:rPr lang="en-US" sz="1200" b="1" dirty="0"/>
              <a:t>NOPs to prevent hazards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224797-49E0-B67E-FC03-3154A41834EF}"/>
              </a:ext>
            </a:extLst>
          </p:cNvPr>
          <p:cNvSpPr txBox="1"/>
          <p:nvPr/>
        </p:nvSpPr>
        <p:spPr>
          <a:xfrm>
            <a:off x="389615" y="591970"/>
            <a:ext cx="15564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Instruction Fetch (IF)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02132D-A974-B4EB-7900-F8BED8A09AB0}"/>
              </a:ext>
            </a:extLst>
          </p:cNvPr>
          <p:cNvSpPr txBox="1"/>
          <p:nvPr/>
        </p:nvSpPr>
        <p:spPr>
          <a:xfrm>
            <a:off x="3072930" y="623773"/>
            <a:ext cx="18140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Instruction Decode (ID) /</a:t>
            </a:r>
          </a:p>
          <a:p>
            <a:pPr algn="ctr"/>
            <a:r>
              <a:rPr lang="en-US" sz="1200" dirty="0"/>
              <a:t>Register Fetch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E2FF47-5A2B-0305-FCBA-6E39C9831663}"/>
              </a:ext>
            </a:extLst>
          </p:cNvPr>
          <p:cNvSpPr txBox="1"/>
          <p:nvPr/>
        </p:nvSpPr>
        <p:spPr>
          <a:xfrm>
            <a:off x="5804838" y="607871"/>
            <a:ext cx="1090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Execute (EX) /</a:t>
            </a:r>
          </a:p>
          <a:p>
            <a:pPr algn="ctr"/>
            <a:r>
              <a:rPr lang="en-US" sz="1200" dirty="0"/>
              <a:t>Address Calc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A752A1-6D5B-3A06-E499-B8A91491317E}"/>
              </a:ext>
            </a:extLst>
          </p:cNvPr>
          <p:cNvSpPr txBox="1"/>
          <p:nvPr/>
        </p:nvSpPr>
        <p:spPr>
          <a:xfrm>
            <a:off x="7813021" y="591969"/>
            <a:ext cx="16937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Memory Access (MEM)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80E26C-B122-EBF8-1BAE-F14C52F6765D}"/>
              </a:ext>
            </a:extLst>
          </p:cNvPr>
          <p:cNvSpPr txBox="1"/>
          <p:nvPr/>
        </p:nvSpPr>
        <p:spPr>
          <a:xfrm>
            <a:off x="10341685" y="591969"/>
            <a:ext cx="1255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Write Back (WB)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CBA6833-C633-E5C9-7E4C-C120C994AEAE}"/>
              </a:ext>
            </a:extLst>
          </p:cNvPr>
          <p:cNvCxnSpPr>
            <a:cxnSpLocks/>
          </p:cNvCxnSpPr>
          <p:nvPr/>
        </p:nvCxnSpPr>
        <p:spPr>
          <a:xfrm flipH="1">
            <a:off x="2495383" y="993913"/>
            <a:ext cx="1327" cy="30532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EC90484-36CB-4907-076A-02E3D3D32D1E}"/>
              </a:ext>
            </a:extLst>
          </p:cNvPr>
          <p:cNvCxnSpPr/>
          <p:nvPr/>
        </p:nvCxnSpPr>
        <p:spPr>
          <a:xfrm>
            <a:off x="5364030" y="993913"/>
            <a:ext cx="0" cy="46117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260DFE6-5315-9AC9-190B-7C588133F608}"/>
              </a:ext>
            </a:extLst>
          </p:cNvPr>
          <p:cNvCxnSpPr/>
          <p:nvPr/>
        </p:nvCxnSpPr>
        <p:spPr>
          <a:xfrm>
            <a:off x="7419073" y="993913"/>
            <a:ext cx="0" cy="46117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5519404-0CCB-B1DC-032D-7F61334BD5A1}"/>
              </a:ext>
            </a:extLst>
          </p:cNvPr>
          <p:cNvCxnSpPr/>
          <p:nvPr/>
        </p:nvCxnSpPr>
        <p:spPr>
          <a:xfrm>
            <a:off x="9926603" y="993913"/>
            <a:ext cx="0" cy="46117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7F1C8A5-1E03-D3EE-A0CD-31E6BF30CE41}"/>
              </a:ext>
            </a:extLst>
          </p:cNvPr>
          <p:cNvSpPr/>
          <p:nvPr/>
        </p:nvSpPr>
        <p:spPr>
          <a:xfrm>
            <a:off x="389615" y="2231217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D1EBFC-D10E-E8FA-702E-C2055631644E}"/>
              </a:ext>
            </a:extLst>
          </p:cNvPr>
          <p:cNvSpPr txBox="1"/>
          <p:nvPr/>
        </p:nvSpPr>
        <p:spPr>
          <a:xfrm>
            <a:off x="367821" y="2540560"/>
            <a:ext cx="3465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PC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2E83A9E-00CB-A2F8-9F98-DB66FE846D2B}"/>
              </a:ext>
            </a:extLst>
          </p:cNvPr>
          <p:cNvGrpSpPr/>
          <p:nvPr/>
        </p:nvGrpSpPr>
        <p:grpSpPr>
          <a:xfrm>
            <a:off x="1216534" y="1593543"/>
            <a:ext cx="292770" cy="637674"/>
            <a:chOff x="1074820" y="1507958"/>
            <a:chExt cx="292770" cy="63767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A9A5B-CB84-2EB0-E546-86EC440B72D5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507958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E5C77C1-9CF9-1E16-50F7-97165BEA36DD}"/>
                </a:ext>
              </a:extLst>
            </p:cNvPr>
            <p:cNvCxnSpPr>
              <a:cxnSpLocks/>
            </p:cNvCxnSpPr>
            <p:nvPr/>
          </p:nvCxnSpPr>
          <p:spPr>
            <a:xfrm>
              <a:off x="1367590" y="1720516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4B8CDA6-2762-C4F5-462F-1DFB1F8AD3FF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933074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02FE24B-5DF0-F485-4D3C-1274E51657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4821" y="1936227"/>
              <a:ext cx="292769" cy="2094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95975B7-C231-726E-F036-03E868A2B0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4821" y="1507958"/>
              <a:ext cx="292769" cy="21571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8EF4851-5EED-A8DF-0BFA-2D36255F2F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821" y="1829948"/>
              <a:ext cx="140545" cy="1031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DE1BB0F-7F44-AAB3-DDC6-D559EF8CF86E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0" y="1716505"/>
              <a:ext cx="140545" cy="10713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89779250-CCA9-E70F-BB44-4BF6A6DFE9DB}"/>
              </a:ext>
            </a:extLst>
          </p:cNvPr>
          <p:cNvSpPr/>
          <p:nvPr/>
        </p:nvSpPr>
        <p:spPr>
          <a:xfrm>
            <a:off x="993600" y="2434882"/>
            <a:ext cx="678789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F71C18F-2509-EE4D-4CCF-671D6132B81A}"/>
              </a:ext>
            </a:extLst>
          </p:cNvPr>
          <p:cNvSpPr txBox="1"/>
          <p:nvPr/>
        </p:nvSpPr>
        <p:spPr>
          <a:xfrm>
            <a:off x="938494" y="2649457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Instruction</a:t>
            </a:r>
          </a:p>
          <a:p>
            <a:pPr algn="ctr"/>
            <a:r>
              <a:rPr lang="en-US" sz="1000" dirty="0"/>
              <a:t>Memory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62F0744-F252-2E57-E70D-46D638EDC959}"/>
              </a:ext>
            </a:extLst>
          </p:cNvPr>
          <p:cNvSpPr/>
          <p:nvPr/>
        </p:nvSpPr>
        <p:spPr>
          <a:xfrm>
            <a:off x="1833297" y="2434882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6E3533-5E8E-745F-D8F5-A23CE9ABD26D}"/>
              </a:ext>
            </a:extLst>
          </p:cNvPr>
          <p:cNvSpPr txBox="1"/>
          <p:nvPr/>
        </p:nvSpPr>
        <p:spPr>
          <a:xfrm>
            <a:off x="1841005" y="2744225"/>
            <a:ext cx="2952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IR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E2B66EC-2BE1-E44E-7373-F40AC05C62C6}"/>
              </a:ext>
            </a:extLst>
          </p:cNvPr>
          <p:cNvSpPr/>
          <p:nvPr/>
        </p:nvSpPr>
        <p:spPr>
          <a:xfrm>
            <a:off x="1845675" y="1476772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1A2BC1-FBC0-F6F1-4CF7-DA1BFBA2B724}"/>
              </a:ext>
            </a:extLst>
          </p:cNvPr>
          <p:cNvSpPr txBox="1"/>
          <p:nvPr/>
        </p:nvSpPr>
        <p:spPr>
          <a:xfrm>
            <a:off x="1778799" y="1796717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NPC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985C22F-9117-9276-318F-953E57303C7F}"/>
              </a:ext>
            </a:extLst>
          </p:cNvPr>
          <p:cNvCxnSpPr/>
          <p:nvPr/>
        </p:nvCxnSpPr>
        <p:spPr>
          <a:xfrm>
            <a:off x="1038726" y="2124938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DEFB51DF-C201-E15E-5AC3-33F19BCD98C8}"/>
              </a:ext>
            </a:extLst>
          </p:cNvPr>
          <p:cNvSpPr txBox="1"/>
          <p:nvPr/>
        </p:nvSpPr>
        <p:spPr>
          <a:xfrm>
            <a:off x="835816" y="1998958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4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0DC1730-2DC8-EE14-BF4C-B0BDADDC0FF1}"/>
              </a:ext>
            </a:extLst>
          </p:cNvPr>
          <p:cNvCxnSpPr/>
          <p:nvPr/>
        </p:nvCxnSpPr>
        <p:spPr>
          <a:xfrm>
            <a:off x="1038726" y="1699822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59943FA-4B6F-768D-06C0-4089702D09F7}"/>
              </a:ext>
            </a:extLst>
          </p:cNvPr>
          <p:cNvCxnSpPr>
            <a:cxnSpLocks/>
            <a:endCxn id="45" idx="1"/>
          </p:cNvCxnSpPr>
          <p:nvPr/>
        </p:nvCxnSpPr>
        <p:spPr>
          <a:xfrm flipV="1">
            <a:off x="1508373" y="1909227"/>
            <a:ext cx="337302" cy="13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C2E7DC4-844A-C5EA-DE17-84B5DF7297B8}"/>
              </a:ext>
            </a:extLst>
          </p:cNvPr>
          <p:cNvCxnSpPr/>
          <p:nvPr/>
        </p:nvCxnSpPr>
        <p:spPr>
          <a:xfrm>
            <a:off x="1663197" y="2866694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49D7864-D93C-BF99-66FF-D2C4F2C00D63}"/>
              </a:ext>
            </a:extLst>
          </p:cNvPr>
          <p:cNvCxnSpPr>
            <a:cxnSpLocks/>
          </p:cNvCxnSpPr>
          <p:nvPr/>
        </p:nvCxnSpPr>
        <p:spPr>
          <a:xfrm>
            <a:off x="692597" y="2702044"/>
            <a:ext cx="2988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242732E-8C7A-B59A-A71F-EE6E1C3473D7}"/>
              </a:ext>
            </a:extLst>
          </p:cNvPr>
          <p:cNvCxnSpPr/>
          <p:nvPr/>
        </p:nvCxnSpPr>
        <p:spPr>
          <a:xfrm>
            <a:off x="791700" y="1699822"/>
            <a:ext cx="0" cy="10022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8974812-60ED-4172-D124-4A8113D87693}"/>
              </a:ext>
            </a:extLst>
          </p:cNvPr>
          <p:cNvCxnSpPr/>
          <p:nvPr/>
        </p:nvCxnSpPr>
        <p:spPr>
          <a:xfrm flipH="1">
            <a:off x="790074" y="1699822"/>
            <a:ext cx="2486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051380C-7AC3-E614-919E-D239B7148F90}"/>
              </a:ext>
            </a:extLst>
          </p:cNvPr>
          <p:cNvCxnSpPr/>
          <p:nvPr/>
        </p:nvCxnSpPr>
        <p:spPr>
          <a:xfrm>
            <a:off x="211807" y="2702044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43D81353-E0D4-11A6-8251-372780A9E3C4}"/>
              </a:ext>
            </a:extLst>
          </p:cNvPr>
          <p:cNvSpPr/>
          <p:nvPr/>
        </p:nvSpPr>
        <p:spPr>
          <a:xfrm>
            <a:off x="934567" y="4047113"/>
            <a:ext cx="678789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E8D0138-4B77-FFA4-8FF2-FD84E92B36C9}"/>
              </a:ext>
            </a:extLst>
          </p:cNvPr>
          <p:cNvSpPr txBox="1"/>
          <p:nvPr/>
        </p:nvSpPr>
        <p:spPr>
          <a:xfrm>
            <a:off x="972437" y="4261688"/>
            <a:ext cx="6030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Control</a:t>
            </a:r>
          </a:p>
          <a:p>
            <a:pPr algn="ctr"/>
            <a:r>
              <a:rPr lang="en-US" sz="1000" dirty="0"/>
              <a:t>Unit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0E5928D-8B59-DB64-4689-8B8A1D94A22C}"/>
              </a:ext>
            </a:extLst>
          </p:cNvPr>
          <p:cNvSpPr/>
          <p:nvPr/>
        </p:nvSpPr>
        <p:spPr>
          <a:xfrm>
            <a:off x="1852163" y="4965524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77C1290-2996-9401-3AC2-06CF5A8F9D57}"/>
              </a:ext>
            </a:extLst>
          </p:cNvPr>
          <p:cNvSpPr txBox="1"/>
          <p:nvPr/>
        </p:nvSpPr>
        <p:spPr>
          <a:xfrm>
            <a:off x="1774264" y="5143452"/>
            <a:ext cx="458780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ALU</a:t>
            </a:r>
          </a:p>
          <a:p>
            <a:pPr algn="ctr"/>
            <a:r>
              <a:rPr lang="en-US" sz="900" dirty="0"/>
              <a:t>CNTL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72D0DCE7-42C6-8F85-8B9C-A00EF9724EBB}"/>
              </a:ext>
            </a:extLst>
          </p:cNvPr>
          <p:cNvCxnSpPr/>
          <p:nvPr/>
        </p:nvCxnSpPr>
        <p:spPr>
          <a:xfrm>
            <a:off x="762440" y="4519030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F2F3C86-53F2-D75C-D209-C94C59ADC93E}"/>
              </a:ext>
            </a:extLst>
          </p:cNvPr>
          <p:cNvCxnSpPr>
            <a:cxnSpLocks/>
          </p:cNvCxnSpPr>
          <p:nvPr/>
        </p:nvCxnSpPr>
        <p:spPr>
          <a:xfrm>
            <a:off x="1622289" y="5254830"/>
            <a:ext cx="2298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5DE6B25-B7FD-82FD-51BE-1AB615A6B635}"/>
              </a:ext>
            </a:extLst>
          </p:cNvPr>
          <p:cNvCxnSpPr>
            <a:stCxn id="43" idx="3"/>
          </p:cNvCxnSpPr>
          <p:nvPr/>
        </p:nvCxnSpPr>
        <p:spPr>
          <a:xfrm flipV="1">
            <a:off x="2136279" y="2866694"/>
            <a:ext cx="149721" cy="6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857589EA-2600-0EE7-5D7E-FFA354A03D39}"/>
              </a:ext>
            </a:extLst>
          </p:cNvPr>
          <p:cNvCxnSpPr>
            <a:cxnSpLocks/>
          </p:cNvCxnSpPr>
          <p:nvPr/>
        </p:nvCxnSpPr>
        <p:spPr>
          <a:xfrm>
            <a:off x="762440" y="3685674"/>
            <a:ext cx="0" cy="2067724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5633958-DAF6-D732-2373-3901093A51FA}"/>
              </a:ext>
            </a:extLst>
          </p:cNvPr>
          <p:cNvCxnSpPr>
            <a:cxnSpLocks/>
          </p:cNvCxnSpPr>
          <p:nvPr/>
        </p:nvCxnSpPr>
        <p:spPr>
          <a:xfrm>
            <a:off x="762440" y="3677653"/>
            <a:ext cx="1523560" cy="8021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4B6F7810-982D-2B77-AC93-0E1947AF6544}"/>
              </a:ext>
            </a:extLst>
          </p:cNvPr>
          <p:cNvCxnSpPr>
            <a:cxnSpLocks/>
          </p:cNvCxnSpPr>
          <p:nvPr/>
        </p:nvCxnSpPr>
        <p:spPr>
          <a:xfrm>
            <a:off x="2286000" y="2445713"/>
            <a:ext cx="0" cy="1239961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E5E3C8FC-BB27-8EAD-AA8B-33B131880EBA}"/>
              </a:ext>
            </a:extLst>
          </p:cNvPr>
          <p:cNvSpPr/>
          <p:nvPr/>
        </p:nvSpPr>
        <p:spPr>
          <a:xfrm>
            <a:off x="3395182" y="2230495"/>
            <a:ext cx="865785" cy="12434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333EE89-68AF-712F-BEF3-4270A403DD6C}"/>
              </a:ext>
            </a:extLst>
          </p:cNvPr>
          <p:cNvSpPr txBox="1"/>
          <p:nvPr/>
        </p:nvSpPr>
        <p:spPr>
          <a:xfrm>
            <a:off x="3487888" y="2199492"/>
            <a:ext cx="6992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Registers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1AE12B1-7545-1454-6C3C-AB92CE68BA32}"/>
              </a:ext>
            </a:extLst>
          </p:cNvPr>
          <p:cNvSpPr txBox="1"/>
          <p:nvPr/>
        </p:nvSpPr>
        <p:spPr>
          <a:xfrm>
            <a:off x="3337743" y="2425065"/>
            <a:ext cx="34015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rs1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D30ED51-6ECC-1E79-E116-A0B4491B4CEE}"/>
              </a:ext>
            </a:extLst>
          </p:cNvPr>
          <p:cNvSpPr txBox="1"/>
          <p:nvPr/>
        </p:nvSpPr>
        <p:spPr>
          <a:xfrm>
            <a:off x="3330036" y="2638129"/>
            <a:ext cx="34015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rs2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D272481-4C37-B8F1-EC3A-AFDE741A0241}"/>
              </a:ext>
            </a:extLst>
          </p:cNvPr>
          <p:cNvSpPr txBox="1"/>
          <p:nvPr/>
        </p:nvSpPr>
        <p:spPr>
          <a:xfrm>
            <a:off x="3344357" y="2856477"/>
            <a:ext cx="2872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rd</a:t>
            </a:r>
            <a:endParaRPr lang="en-US" sz="9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561CD7D-9C78-AF40-DA46-A961D099BBAC}"/>
              </a:ext>
            </a:extLst>
          </p:cNvPr>
          <p:cNvSpPr txBox="1"/>
          <p:nvPr/>
        </p:nvSpPr>
        <p:spPr>
          <a:xfrm>
            <a:off x="3333331" y="3078570"/>
            <a:ext cx="55175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data_in</a:t>
            </a:r>
            <a:endParaRPr lang="en-US" sz="9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B7A2420-3BF4-06F5-C94F-24FA12BE23C4}"/>
              </a:ext>
            </a:extLst>
          </p:cNvPr>
          <p:cNvSpPr txBox="1"/>
          <p:nvPr/>
        </p:nvSpPr>
        <p:spPr>
          <a:xfrm>
            <a:off x="3843596" y="2602555"/>
            <a:ext cx="474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dout1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53E35CA-0236-A05F-53D0-1E8A84D64527}"/>
              </a:ext>
            </a:extLst>
          </p:cNvPr>
          <p:cNvSpPr txBox="1"/>
          <p:nvPr/>
        </p:nvSpPr>
        <p:spPr>
          <a:xfrm>
            <a:off x="3836982" y="2865215"/>
            <a:ext cx="474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dout2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54430F1D-2781-5846-8B40-4AA2EF16F7DF}"/>
              </a:ext>
            </a:extLst>
          </p:cNvPr>
          <p:cNvCxnSpPr>
            <a:cxnSpLocks/>
          </p:cNvCxnSpPr>
          <p:nvPr/>
        </p:nvCxnSpPr>
        <p:spPr>
          <a:xfrm flipV="1">
            <a:off x="4258959" y="2971893"/>
            <a:ext cx="1433720" cy="87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2BF0F484-4DF4-2533-8B03-F090046F1463}"/>
              </a:ext>
            </a:extLst>
          </p:cNvPr>
          <p:cNvCxnSpPr>
            <a:cxnSpLocks/>
          </p:cNvCxnSpPr>
          <p:nvPr/>
        </p:nvCxnSpPr>
        <p:spPr>
          <a:xfrm flipV="1">
            <a:off x="2286000" y="2540481"/>
            <a:ext cx="1108177" cy="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F773D457-1D45-45DC-597B-F39E1DA08775}"/>
              </a:ext>
            </a:extLst>
          </p:cNvPr>
          <p:cNvCxnSpPr>
            <a:cxnSpLocks/>
          </p:cNvCxnSpPr>
          <p:nvPr/>
        </p:nvCxnSpPr>
        <p:spPr>
          <a:xfrm>
            <a:off x="2286000" y="2753545"/>
            <a:ext cx="11016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77B65014-ADFF-C974-2427-EBBA0A442924}"/>
              </a:ext>
            </a:extLst>
          </p:cNvPr>
          <p:cNvCxnSpPr>
            <a:cxnSpLocks/>
          </p:cNvCxnSpPr>
          <p:nvPr/>
        </p:nvCxnSpPr>
        <p:spPr>
          <a:xfrm>
            <a:off x="2286000" y="2971893"/>
            <a:ext cx="1102156" cy="25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4A9A0FA7-729C-BA90-755B-B07A92FEFF53}"/>
              </a:ext>
            </a:extLst>
          </p:cNvPr>
          <p:cNvSpPr txBox="1"/>
          <p:nvPr/>
        </p:nvSpPr>
        <p:spPr>
          <a:xfrm>
            <a:off x="3337743" y="3251607"/>
            <a:ext cx="6399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reg_write</a:t>
            </a:r>
            <a:endParaRPr lang="en-US" sz="900" dirty="0"/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A377C039-2182-654F-6A35-40B8C3B82901}"/>
              </a:ext>
            </a:extLst>
          </p:cNvPr>
          <p:cNvCxnSpPr>
            <a:cxnSpLocks/>
          </p:cNvCxnSpPr>
          <p:nvPr/>
        </p:nvCxnSpPr>
        <p:spPr>
          <a:xfrm>
            <a:off x="3072930" y="3193986"/>
            <a:ext cx="314709" cy="10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76640488-7F74-ACFA-C3D7-F537C70A09BF}"/>
              </a:ext>
            </a:extLst>
          </p:cNvPr>
          <p:cNvSpPr/>
          <p:nvPr/>
        </p:nvSpPr>
        <p:spPr>
          <a:xfrm>
            <a:off x="943500" y="5117831"/>
            <a:ext cx="678789" cy="2661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1EFE176C-F8AC-D0A4-16C8-9E5D45E76EEA}"/>
              </a:ext>
            </a:extLst>
          </p:cNvPr>
          <p:cNvSpPr txBox="1"/>
          <p:nvPr/>
        </p:nvSpPr>
        <p:spPr>
          <a:xfrm>
            <a:off x="1001819" y="5137718"/>
            <a:ext cx="5437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funct3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B6E242FA-A035-C849-18B8-46769A45A7CC}"/>
              </a:ext>
            </a:extLst>
          </p:cNvPr>
          <p:cNvCxnSpPr/>
          <p:nvPr/>
        </p:nvCxnSpPr>
        <p:spPr>
          <a:xfrm>
            <a:off x="765692" y="5256054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072AB9E-03D5-1BB6-662D-CF697E282081}"/>
              </a:ext>
            </a:extLst>
          </p:cNvPr>
          <p:cNvCxnSpPr>
            <a:cxnSpLocks/>
          </p:cNvCxnSpPr>
          <p:nvPr/>
        </p:nvCxnSpPr>
        <p:spPr>
          <a:xfrm>
            <a:off x="1620962" y="5624289"/>
            <a:ext cx="2312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BCBBC265-9F36-86B1-82C4-3FDAB7F4F15B}"/>
              </a:ext>
            </a:extLst>
          </p:cNvPr>
          <p:cNvSpPr/>
          <p:nvPr/>
        </p:nvSpPr>
        <p:spPr>
          <a:xfrm>
            <a:off x="942173" y="5487290"/>
            <a:ext cx="678789" cy="2661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9FF6F2F-B91C-1D7F-98CB-28D8B2F4EF02}"/>
              </a:ext>
            </a:extLst>
          </p:cNvPr>
          <p:cNvSpPr txBox="1"/>
          <p:nvPr/>
        </p:nvSpPr>
        <p:spPr>
          <a:xfrm>
            <a:off x="1000492" y="5507177"/>
            <a:ext cx="5437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funct7</a:t>
            </a: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2126D306-46DD-18FB-80A1-6346D00C5885}"/>
              </a:ext>
            </a:extLst>
          </p:cNvPr>
          <p:cNvCxnSpPr/>
          <p:nvPr/>
        </p:nvCxnSpPr>
        <p:spPr>
          <a:xfrm>
            <a:off x="764365" y="5625513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D7619A53-5593-55CA-7ECB-A72DC2C2AB4D}"/>
              </a:ext>
            </a:extLst>
          </p:cNvPr>
          <p:cNvCxnSpPr/>
          <p:nvPr/>
        </p:nvCxnSpPr>
        <p:spPr>
          <a:xfrm flipH="1">
            <a:off x="1658663" y="4460144"/>
            <a:ext cx="77899" cy="12954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E8F9A210-9B95-3371-FB33-95617722EA31}"/>
              </a:ext>
            </a:extLst>
          </p:cNvPr>
          <p:cNvSpPr txBox="1"/>
          <p:nvPr/>
        </p:nvSpPr>
        <p:spPr>
          <a:xfrm>
            <a:off x="1587717" y="4259656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b="1" dirty="0">
                <a:solidFill>
                  <a:srgbClr val="7030A0"/>
                </a:solidFill>
              </a:rPr>
              <a:t>7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A79F83E5-4EE5-7034-134B-A22F1EA7ED48}"/>
              </a:ext>
            </a:extLst>
          </p:cNvPr>
          <p:cNvSpPr/>
          <p:nvPr/>
        </p:nvSpPr>
        <p:spPr>
          <a:xfrm>
            <a:off x="3806753" y="3923507"/>
            <a:ext cx="865785" cy="4606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231A3BDE-0FB4-6B4D-C6C0-53B6E6178991}"/>
              </a:ext>
            </a:extLst>
          </p:cNvPr>
          <p:cNvSpPr txBox="1"/>
          <p:nvPr/>
        </p:nvSpPr>
        <p:spPr>
          <a:xfrm>
            <a:off x="3755993" y="3892504"/>
            <a:ext cx="9861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Sign Extension</a:t>
            </a:r>
          </a:p>
          <a:p>
            <a:pPr algn="ctr"/>
            <a:endParaRPr lang="en-US" sz="100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8F3F7A3-DBC8-6819-227D-49A14F7C2B32}"/>
              </a:ext>
            </a:extLst>
          </p:cNvPr>
          <p:cNvSpPr txBox="1"/>
          <p:nvPr/>
        </p:nvSpPr>
        <p:spPr>
          <a:xfrm>
            <a:off x="4311792" y="4099798"/>
            <a:ext cx="407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imm</a:t>
            </a:r>
            <a:endParaRPr lang="en-US" sz="900" dirty="0"/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8E5AF114-E674-2C84-7A79-4F931C99BC05}"/>
              </a:ext>
            </a:extLst>
          </p:cNvPr>
          <p:cNvCxnSpPr>
            <a:cxnSpLocks/>
          </p:cNvCxnSpPr>
          <p:nvPr/>
        </p:nvCxnSpPr>
        <p:spPr>
          <a:xfrm>
            <a:off x="2639349" y="4253940"/>
            <a:ext cx="11674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1691EF3B-B49C-E8C7-89F0-04E2CEA7B43B}"/>
              </a:ext>
            </a:extLst>
          </p:cNvPr>
          <p:cNvCxnSpPr>
            <a:cxnSpLocks/>
          </p:cNvCxnSpPr>
          <p:nvPr/>
        </p:nvCxnSpPr>
        <p:spPr>
          <a:xfrm>
            <a:off x="2639349" y="3251607"/>
            <a:ext cx="0" cy="19108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5752E8FD-FCF1-9D02-67ED-6A11A8F587F0}"/>
              </a:ext>
            </a:extLst>
          </p:cNvPr>
          <p:cNvGrpSpPr/>
          <p:nvPr/>
        </p:nvGrpSpPr>
        <p:grpSpPr>
          <a:xfrm>
            <a:off x="6110717" y="2579087"/>
            <a:ext cx="292770" cy="637674"/>
            <a:chOff x="1074820" y="1507958"/>
            <a:chExt cx="292770" cy="637674"/>
          </a:xfrm>
        </p:grpSpPr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AE6683E5-928D-AB96-A3C8-DEC33C618891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507958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CE4609D8-A94B-A3DB-2632-7D450EB3848B}"/>
                </a:ext>
              </a:extLst>
            </p:cNvPr>
            <p:cNvCxnSpPr>
              <a:cxnSpLocks/>
            </p:cNvCxnSpPr>
            <p:nvPr/>
          </p:nvCxnSpPr>
          <p:spPr>
            <a:xfrm>
              <a:off x="1367590" y="1720516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07AFA4A0-2F6D-9E76-0439-2A01EEA85067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933074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8A4FC6B1-A44C-6281-D85D-C5C51598C5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4821" y="1936227"/>
              <a:ext cx="292769" cy="2094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142B163E-9323-7661-DF34-CB6D4775748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4821" y="1507958"/>
              <a:ext cx="292769" cy="21571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25C970A2-F2EE-D728-1CB9-78DB718BD9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821" y="1829948"/>
              <a:ext cx="140545" cy="1031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527F439A-417F-3E0B-45D2-E46978701714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0" y="1716505"/>
              <a:ext cx="140545" cy="10713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214633A4-1B5E-0733-F51C-E4102BBAD162}"/>
              </a:ext>
            </a:extLst>
          </p:cNvPr>
          <p:cNvCxnSpPr/>
          <p:nvPr/>
        </p:nvCxnSpPr>
        <p:spPr>
          <a:xfrm>
            <a:off x="5932909" y="3110482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12A3FC5E-0887-17BA-3438-BBB91A074EC2}"/>
              </a:ext>
            </a:extLst>
          </p:cNvPr>
          <p:cNvCxnSpPr>
            <a:cxnSpLocks/>
          </p:cNvCxnSpPr>
          <p:nvPr/>
        </p:nvCxnSpPr>
        <p:spPr>
          <a:xfrm flipV="1">
            <a:off x="4258959" y="2685366"/>
            <a:ext cx="1851758" cy="166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64A453BE-6D86-FC77-F0DF-48F06E318EFA}"/>
              </a:ext>
            </a:extLst>
          </p:cNvPr>
          <p:cNvGrpSpPr/>
          <p:nvPr/>
        </p:nvGrpSpPr>
        <p:grpSpPr>
          <a:xfrm>
            <a:off x="5687559" y="2837199"/>
            <a:ext cx="234557" cy="529824"/>
            <a:chOff x="6175096" y="3854324"/>
            <a:chExt cx="144932" cy="375881"/>
          </a:xfrm>
        </p:grpSpPr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674FCEC5-7FFF-CD2B-A09D-CBC92E12F25F}"/>
                </a:ext>
              </a:extLst>
            </p:cNvPr>
            <p:cNvCxnSpPr>
              <a:cxnSpLocks/>
            </p:cNvCxnSpPr>
            <p:nvPr/>
          </p:nvCxnSpPr>
          <p:spPr>
            <a:xfrm>
              <a:off x="6180266" y="3861114"/>
              <a:ext cx="0" cy="36909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F5B7B22C-663B-5298-D166-FAF560E4BB75}"/>
                </a:ext>
              </a:extLst>
            </p:cNvPr>
            <p:cNvCxnSpPr>
              <a:cxnSpLocks/>
            </p:cNvCxnSpPr>
            <p:nvPr/>
          </p:nvCxnSpPr>
          <p:spPr>
            <a:xfrm>
              <a:off x="6320028" y="3936909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6BADDFCE-8A0A-44E6-3F10-0D51A57F6C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5096" y="4152620"/>
              <a:ext cx="144932" cy="77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948E2AC4-F542-64B0-39E2-25FBBBED0C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5096" y="3854324"/>
              <a:ext cx="144932" cy="857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973E0397-2938-3E11-F4FA-2B7B6C3675A8}"/>
              </a:ext>
            </a:extLst>
          </p:cNvPr>
          <p:cNvCxnSpPr>
            <a:cxnSpLocks/>
          </p:cNvCxnSpPr>
          <p:nvPr/>
        </p:nvCxnSpPr>
        <p:spPr>
          <a:xfrm flipV="1">
            <a:off x="4850346" y="3244816"/>
            <a:ext cx="842333" cy="67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D782F3A7-BB22-97E7-61AB-4A4C01CDB198}"/>
              </a:ext>
            </a:extLst>
          </p:cNvPr>
          <p:cNvCxnSpPr/>
          <p:nvPr/>
        </p:nvCxnSpPr>
        <p:spPr>
          <a:xfrm>
            <a:off x="4855248" y="3251607"/>
            <a:ext cx="0" cy="9785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320A29EB-ABD9-7A97-166B-5F32289CDE2A}"/>
              </a:ext>
            </a:extLst>
          </p:cNvPr>
          <p:cNvCxnSpPr/>
          <p:nvPr/>
        </p:nvCxnSpPr>
        <p:spPr>
          <a:xfrm flipH="1">
            <a:off x="4672538" y="4227176"/>
            <a:ext cx="1827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Arrow Connector 226">
            <a:extLst>
              <a:ext uri="{FF2B5EF4-FFF2-40B4-BE49-F238E27FC236}">
                <a16:creationId xmlns:a16="http://schemas.microsoft.com/office/drawing/2014/main" id="{8F48198F-3BEE-7A5F-E755-825029E62CA9}"/>
              </a:ext>
            </a:extLst>
          </p:cNvPr>
          <p:cNvCxnSpPr/>
          <p:nvPr/>
        </p:nvCxnSpPr>
        <p:spPr>
          <a:xfrm flipV="1">
            <a:off x="5804838" y="3309402"/>
            <a:ext cx="0" cy="17303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6848B782-ACF8-E9A2-8354-F25270D6A5C1}"/>
              </a:ext>
            </a:extLst>
          </p:cNvPr>
          <p:cNvCxnSpPr>
            <a:cxnSpLocks/>
          </p:cNvCxnSpPr>
          <p:nvPr/>
        </p:nvCxnSpPr>
        <p:spPr>
          <a:xfrm flipV="1">
            <a:off x="6267546" y="3096047"/>
            <a:ext cx="0" cy="69888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Rectangle 229">
            <a:extLst>
              <a:ext uri="{FF2B5EF4-FFF2-40B4-BE49-F238E27FC236}">
                <a16:creationId xmlns:a16="http://schemas.microsoft.com/office/drawing/2014/main" id="{3AF2B9FF-2C7F-338A-78BA-57A97CD3837D}"/>
              </a:ext>
            </a:extLst>
          </p:cNvPr>
          <p:cNvSpPr/>
          <p:nvPr/>
        </p:nvSpPr>
        <p:spPr>
          <a:xfrm>
            <a:off x="8132652" y="1613063"/>
            <a:ext cx="865785" cy="8218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79148410-A97A-F2FF-1C77-6873D577E23E}"/>
              </a:ext>
            </a:extLst>
          </p:cNvPr>
          <p:cNvSpPr txBox="1"/>
          <p:nvPr/>
        </p:nvSpPr>
        <p:spPr>
          <a:xfrm>
            <a:off x="8114167" y="1590798"/>
            <a:ext cx="9268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Data Memory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25E57BF1-21EE-8E4A-10F6-78E31B205327}"/>
              </a:ext>
            </a:extLst>
          </p:cNvPr>
          <p:cNvSpPr txBox="1"/>
          <p:nvPr/>
        </p:nvSpPr>
        <p:spPr>
          <a:xfrm>
            <a:off x="8073953" y="1812106"/>
            <a:ext cx="55175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data_in</a:t>
            </a:r>
            <a:endParaRPr lang="en-US" sz="900" dirty="0"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94F78C3D-D478-DE43-4F03-E7114516D4BA}"/>
              </a:ext>
            </a:extLst>
          </p:cNvPr>
          <p:cNvSpPr txBox="1"/>
          <p:nvPr/>
        </p:nvSpPr>
        <p:spPr>
          <a:xfrm>
            <a:off x="8659919" y="1793810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dout</a:t>
            </a:r>
            <a:endParaRPr lang="en-US" sz="900" dirty="0"/>
          </a:p>
        </p:txBody>
      </p: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973B1BAA-D410-B540-5205-2CE3EA9D646F}"/>
              </a:ext>
            </a:extLst>
          </p:cNvPr>
          <p:cNvCxnSpPr>
            <a:cxnSpLocks/>
          </p:cNvCxnSpPr>
          <p:nvPr/>
        </p:nvCxnSpPr>
        <p:spPr>
          <a:xfrm>
            <a:off x="4886953" y="1941884"/>
            <a:ext cx="32397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9B269FA4-5D6A-5E60-3C24-F06556105623}"/>
              </a:ext>
            </a:extLst>
          </p:cNvPr>
          <p:cNvSpPr txBox="1"/>
          <p:nvPr/>
        </p:nvSpPr>
        <p:spPr>
          <a:xfrm>
            <a:off x="8081009" y="2060991"/>
            <a:ext cx="59182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Address</a:t>
            </a:r>
          </a:p>
        </p:txBody>
      </p:sp>
      <p:cxnSp>
        <p:nvCxnSpPr>
          <p:cNvPr id="240" name="Straight Arrow Connector 239">
            <a:extLst>
              <a:ext uri="{FF2B5EF4-FFF2-40B4-BE49-F238E27FC236}">
                <a16:creationId xmlns:a16="http://schemas.microsoft.com/office/drawing/2014/main" id="{32C8C4D0-BC6B-C139-3FF5-F9792E04E4A1}"/>
              </a:ext>
            </a:extLst>
          </p:cNvPr>
          <p:cNvCxnSpPr>
            <a:cxnSpLocks/>
          </p:cNvCxnSpPr>
          <p:nvPr/>
        </p:nvCxnSpPr>
        <p:spPr>
          <a:xfrm>
            <a:off x="6651741" y="2171619"/>
            <a:ext cx="14749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Arrow Connector 242">
            <a:extLst>
              <a:ext uri="{FF2B5EF4-FFF2-40B4-BE49-F238E27FC236}">
                <a16:creationId xmlns:a16="http://schemas.microsoft.com/office/drawing/2014/main" id="{91165BCE-D4C3-69AB-C161-0AAA710C6CB4}"/>
              </a:ext>
            </a:extLst>
          </p:cNvPr>
          <p:cNvCxnSpPr/>
          <p:nvPr/>
        </p:nvCxnSpPr>
        <p:spPr>
          <a:xfrm flipV="1">
            <a:off x="8373291" y="2434882"/>
            <a:ext cx="0" cy="167673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3C457D5C-9212-E0FE-91EE-284C0BA5FE52}"/>
              </a:ext>
            </a:extLst>
          </p:cNvPr>
          <p:cNvCxnSpPr/>
          <p:nvPr/>
        </p:nvCxnSpPr>
        <p:spPr>
          <a:xfrm flipH="1">
            <a:off x="2286000" y="3251607"/>
            <a:ext cx="35334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TextBox 257">
            <a:extLst>
              <a:ext uri="{FF2B5EF4-FFF2-40B4-BE49-F238E27FC236}">
                <a16:creationId xmlns:a16="http://schemas.microsoft.com/office/drawing/2014/main" id="{921958C4-4752-F09F-ADEA-BCC0D47C8983}"/>
              </a:ext>
            </a:extLst>
          </p:cNvPr>
          <p:cNvSpPr txBox="1"/>
          <p:nvPr/>
        </p:nvSpPr>
        <p:spPr>
          <a:xfrm>
            <a:off x="3749453" y="4138524"/>
            <a:ext cx="407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instr</a:t>
            </a:r>
            <a:endParaRPr lang="en-US" sz="900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3AE7D782-2F59-C6D9-A9D7-B38E1A913155}"/>
              </a:ext>
            </a:extLst>
          </p:cNvPr>
          <p:cNvSpPr txBox="1"/>
          <p:nvPr/>
        </p:nvSpPr>
        <p:spPr>
          <a:xfrm>
            <a:off x="8230139" y="2245179"/>
            <a:ext cx="2872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rd</a:t>
            </a:r>
            <a:endParaRPr lang="en-US" sz="900" dirty="0"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378ECE18-76A6-8223-40C0-E1A4CF744BE9}"/>
              </a:ext>
            </a:extLst>
          </p:cNvPr>
          <p:cNvSpPr txBox="1"/>
          <p:nvPr/>
        </p:nvSpPr>
        <p:spPr>
          <a:xfrm>
            <a:off x="8565545" y="2241709"/>
            <a:ext cx="3064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wr</a:t>
            </a:r>
            <a:endParaRPr lang="en-US" sz="900" dirty="0"/>
          </a:p>
        </p:txBody>
      </p: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B760AF97-E733-241D-903A-11456E3E2363}"/>
              </a:ext>
            </a:extLst>
          </p:cNvPr>
          <p:cNvCxnSpPr/>
          <p:nvPr/>
        </p:nvCxnSpPr>
        <p:spPr>
          <a:xfrm flipH="1">
            <a:off x="211807" y="6023113"/>
            <a:ext cx="945896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FBC20363-C806-EF5C-EF5B-FA8F14D0B2F9}"/>
              </a:ext>
            </a:extLst>
          </p:cNvPr>
          <p:cNvCxnSpPr/>
          <p:nvPr/>
        </p:nvCxnSpPr>
        <p:spPr>
          <a:xfrm flipV="1">
            <a:off x="211807" y="2717971"/>
            <a:ext cx="0" cy="32952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F1B7D252-CFD6-2A20-A0B7-01CB66AF15B1}"/>
              </a:ext>
            </a:extLst>
          </p:cNvPr>
          <p:cNvCxnSpPr>
            <a:cxnSpLocks/>
          </p:cNvCxnSpPr>
          <p:nvPr/>
        </p:nvCxnSpPr>
        <p:spPr>
          <a:xfrm>
            <a:off x="9679021" y="4611234"/>
            <a:ext cx="0" cy="14101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A0F94C90-2CFA-6FB0-6CDA-6336E014070E}"/>
              </a:ext>
            </a:extLst>
          </p:cNvPr>
          <p:cNvCxnSpPr/>
          <p:nvPr/>
        </p:nvCxnSpPr>
        <p:spPr>
          <a:xfrm flipV="1">
            <a:off x="4886953" y="1919827"/>
            <a:ext cx="0" cy="10520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767B8A25-A48B-7850-EE9E-21374996DACF}"/>
              </a:ext>
            </a:extLst>
          </p:cNvPr>
          <p:cNvCxnSpPr>
            <a:cxnSpLocks/>
          </p:cNvCxnSpPr>
          <p:nvPr/>
        </p:nvCxnSpPr>
        <p:spPr>
          <a:xfrm>
            <a:off x="6392320" y="2899983"/>
            <a:ext cx="2594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CFAE5DC6-8CF9-2673-71C9-AFA4E7997F1B}"/>
              </a:ext>
            </a:extLst>
          </p:cNvPr>
          <p:cNvCxnSpPr>
            <a:cxnSpLocks/>
          </p:cNvCxnSpPr>
          <p:nvPr/>
        </p:nvCxnSpPr>
        <p:spPr>
          <a:xfrm flipV="1">
            <a:off x="6651741" y="2162573"/>
            <a:ext cx="0" cy="809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Arrow Connector 303">
            <a:extLst>
              <a:ext uri="{FF2B5EF4-FFF2-40B4-BE49-F238E27FC236}">
                <a16:creationId xmlns:a16="http://schemas.microsoft.com/office/drawing/2014/main" id="{2EC15423-B005-0183-7A9F-B576E62BCAAB}"/>
              </a:ext>
            </a:extLst>
          </p:cNvPr>
          <p:cNvCxnSpPr>
            <a:cxnSpLocks/>
          </p:cNvCxnSpPr>
          <p:nvPr/>
        </p:nvCxnSpPr>
        <p:spPr>
          <a:xfrm>
            <a:off x="6651741" y="2971893"/>
            <a:ext cx="40693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3014E321-5714-0DA0-BD84-AEA9AAE788C3}"/>
              </a:ext>
            </a:extLst>
          </p:cNvPr>
          <p:cNvGrpSpPr/>
          <p:nvPr/>
        </p:nvGrpSpPr>
        <p:grpSpPr>
          <a:xfrm>
            <a:off x="10716325" y="2398070"/>
            <a:ext cx="234557" cy="870633"/>
            <a:chOff x="6175096" y="3854324"/>
            <a:chExt cx="144932" cy="375881"/>
          </a:xfrm>
        </p:grpSpPr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CC6483C4-28AE-F10B-774F-31BBB4098B87}"/>
                </a:ext>
              </a:extLst>
            </p:cNvPr>
            <p:cNvCxnSpPr>
              <a:cxnSpLocks/>
            </p:cNvCxnSpPr>
            <p:nvPr/>
          </p:nvCxnSpPr>
          <p:spPr>
            <a:xfrm>
              <a:off x="6180266" y="3861114"/>
              <a:ext cx="0" cy="36909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C51292B0-B5C4-AACF-9093-36C8D152D461}"/>
                </a:ext>
              </a:extLst>
            </p:cNvPr>
            <p:cNvCxnSpPr>
              <a:cxnSpLocks/>
            </p:cNvCxnSpPr>
            <p:nvPr/>
          </p:nvCxnSpPr>
          <p:spPr>
            <a:xfrm>
              <a:off x="6320028" y="3936909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E6CB2562-95CA-9D1A-979B-D7EFA56D84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5096" y="4152620"/>
              <a:ext cx="144932" cy="77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F88B1EEE-37B0-409C-F5C6-42593C03E5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5096" y="3854324"/>
              <a:ext cx="144932" cy="857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1" name="Straight Arrow Connector 310">
            <a:extLst>
              <a:ext uri="{FF2B5EF4-FFF2-40B4-BE49-F238E27FC236}">
                <a16:creationId xmlns:a16="http://schemas.microsoft.com/office/drawing/2014/main" id="{07D9C989-9107-8E5B-7046-08BC10C20273}"/>
              </a:ext>
            </a:extLst>
          </p:cNvPr>
          <p:cNvCxnSpPr>
            <a:cxnSpLocks/>
          </p:cNvCxnSpPr>
          <p:nvPr/>
        </p:nvCxnSpPr>
        <p:spPr>
          <a:xfrm>
            <a:off x="9195002" y="2744225"/>
            <a:ext cx="1519197" cy="114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Arrow Connector 312">
            <a:extLst>
              <a:ext uri="{FF2B5EF4-FFF2-40B4-BE49-F238E27FC236}">
                <a16:creationId xmlns:a16="http://schemas.microsoft.com/office/drawing/2014/main" id="{12A8EFA3-E029-7A54-9279-672AB9B9FD22}"/>
              </a:ext>
            </a:extLst>
          </p:cNvPr>
          <p:cNvCxnSpPr>
            <a:cxnSpLocks/>
          </p:cNvCxnSpPr>
          <p:nvPr/>
        </p:nvCxnSpPr>
        <p:spPr>
          <a:xfrm flipV="1">
            <a:off x="10624314" y="2556298"/>
            <a:ext cx="100338" cy="2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4" name="TextBox 313">
            <a:extLst>
              <a:ext uri="{FF2B5EF4-FFF2-40B4-BE49-F238E27FC236}">
                <a16:creationId xmlns:a16="http://schemas.microsoft.com/office/drawing/2014/main" id="{94EC9EEB-C174-2FF6-451C-065B8E648DDA}"/>
              </a:ext>
            </a:extLst>
          </p:cNvPr>
          <p:cNvSpPr txBox="1"/>
          <p:nvPr/>
        </p:nvSpPr>
        <p:spPr>
          <a:xfrm>
            <a:off x="9917222" y="2437937"/>
            <a:ext cx="77777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dirty="0"/>
              <a:t>”10000000”</a:t>
            </a: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C669DA14-8A4A-8AE5-A36A-3E399FDEE2B1}"/>
              </a:ext>
            </a:extLst>
          </p:cNvPr>
          <p:cNvCxnSpPr>
            <a:cxnSpLocks/>
          </p:cNvCxnSpPr>
          <p:nvPr/>
        </p:nvCxnSpPr>
        <p:spPr>
          <a:xfrm>
            <a:off x="10951858" y="2845906"/>
            <a:ext cx="13618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F580A49F-8130-DF36-2C61-65CEF9F171E8}"/>
              </a:ext>
            </a:extLst>
          </p:cNvPr>
          <p:cNvCxnSpPr>
            <a:cxnSpLocks/>
          </p:cNvCxnSpPr>
          <p:nvPr/>
        </p:nvCxnSpPr>
        <p:spPr>
          <a:xfrm flipV="1">
            <a:off x="9202288" y="1919827"/>
            <a:ext cx="0" cy="8243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0237BD76-677C-61E9-5FF6-4634556047E6}"/>
              </a:ext>
            </a:extLst>
          </p:cNvPr>
          <p:cNvCxnSpPr>
            <a:cxnSpLocks/>
          </p:cNvCxnSpPr>
          <p:nvPr/>
        </p:nvCxnSpPr>
        <p:spPr>
          <a:xfrm flipH="1">
            <a:off x="9014468" y="1909226"/>
            <a:ext cx="1952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FB2ED79D-5D1E-998C-0587-601F1B3D6394}"/>
              </a:ext>
            </a:extLst>
          </p:cNvPr>
          <p:cNvCxnSpPr>
            <a:cxnSpLocks/>
          </p:cNvCxnSpPr>
          <p:nvPr/>
        </p:nvCxnSpPr>
        <p:spPr>
          <a:xfrm>
            <a:off x="11084668" y="1313234"/>
            <a:ext cx="0" cy="15519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10BF8DC2-0A04-BAF9-3B3C-69E04DB1B680}"/>
              </a:ext>
            </a:extLst>
          </p:cNvPr>
          <p:cNvCxnSpPr/>
          <p:nvPr/>
        </p:nvCxnSpPr>
        <p:spPr>
          <a:xfrm flipH="1">
            <a:off x="3047939" y="1316334"/>
            <a:ext cx="802534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Connector 340">
            <a:extLst>
              <a:ext uri="{FF2B5EF4-FFF2-40B4-BE49-F238E27FC236}">
                <a16:creationId xmlns:a16="http://schemas.microsoft.com/office/drawing/2014/main" id="{46BF1B11-30E4-C250-7482-8150CD3EBE33}"/>
              </a:ext>
            </a:extLst>
          </p:cNvPr>
          <p:cNvCxnSpPr/>
          <p:nvPr/>
        </p:nvCxnSpPr>
        <p:spPr>
          <a:xfrm flipV="1">
            <a:off x="3072930" y="1316334"/>
            <a:ext cx="0" cy="18776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Straight Arrow Connector 341">
            <a:extLst>
              <a:ext uri="{FF2B5EF4-FFF2-40B4-BE49-F238E27FC236}">
                <a16:creationId xmlns:a16="http://schemas.microsoft.com/office/drawing/2014/main" id="{C76199D9-440A-9194-BCF0-9A2E6EDE070C}"/>
              </a:ext>
            </a:extLst>
          </p:cNvPr>
          <p:cNvCxnSpPr/>
          <p:nvPr/>
        </p:nvCxnSpPr>
        <p:spPr>
          <a:xfrm>
            <a:off x="2156808" y="1909226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3" name="TextBox 342">
            <a:extLst>
              <a:ext uri="{FF2B5EF4-FFF2-40B4-BE49-F238E27FC236}">
                <a16:creationId xmlns:a16="http://schemas.microsoft.com/office/drawing/2014/main" id="{8D054836-2157-3BAC-A7D8-5291EF62197A}"/>
              </a:ext>
            </a:extLst>
          </p:cNvPr>
          <p:cNvSpPr txBox="1"/>
          <p:nvPr/>
        </p:nvSpPr>
        <p:spPr>
          <a:xfrm>
            <a:off x="6065686" y="2417449"/>
            <a:ext cx="4106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ALU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B6AF60-D791-21FB-8A86-0D04258DAA85}"/>
              </a:ext>
            </a:extLst>
          </p:cNvPr>
          <p:cNvSpPr/>
          <p:nvPr/>
        </p:nvSpPr>
        <p:spPr>
          <a:xfrm>
            <a:off x="5303520" y="993913"/>
            <a:ext cx="124516" cy="46117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EB474B-DE86-EFAF-1F7B-17DC4F663F21}"/>
              </a:ext>
            </a:extLst>
          </p:cNvPr>
          <p:cNvSpPr/>
          <p:nvPr/>
        </p:nvSpPr>
        <p:spPr>
          <a:xfrm>
            <a:off x="7332224" y="993913"/>
            <a:ext cx="124516" cy="46117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ADE79B-19DD-529A-5879-5E22D4125189}"/>
              </a:ext>
            </a:extLst>
          </p:cNvPr>
          <p:cNvSpPr/>
          <p:nvPr/>
        </p:nvSpPr>
        <p:spPr>
          <a:xfrm>
            <a:off x="9864345" y="993913"/>
            <a:ext cx="124516" cy="46117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A85F51-CDCF-DFC4-A78B-5B79381B7901}"/>
              </a:ext>
            </a:extLst>
          </p:cNvPr>
          <p:cNvSpPr txBox="1"/>
          <p:nvPr/>
        </p:nvSpPr>
        <p:spPr>
          <a:xfrm>
            <a:off x="2248850" y="726305"/>
            <a:ext cx="5212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IF_ID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08595C-A8B4-EC1A-CEC5-C3F6C12A297B}"/>
              </a:ext>
            </a:extLst>
          </p:cNvPr>
          <p:cNvSpPr txBox="1"/>
          <p:nvPr/>
        </p:nvSpPr>
        <p:spPr>
          <a:xfrm>
            <a:off x="5078535" y="722238"/>
            <a:ext cx="570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ID_EX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44A068-9364-EA34-27D3-B5352516ABEB}"/>
              </a:ext>
            </a:extLst>
          </p:cNvPr>
          <p:cNvSpPr txBox="1"/>
          <p:nvPr/>
        </p:nvSpPr>
        <p:spPr>
          <a:xfrm>
            <a:off x="7018722" y="740372"/>
            <a:ext cx="7537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EX_MEM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76CC08-2328-4CAE-36E1-B6668E8E0A0B}"/>
              </a:ext>
            </a:extLst>
          </p:cNvPr>
          <p:cNvSpPr txBox="1"/>
          <p:nvPr/>
        </p:nvSpPr>
        <p:spPr>
          <a:xfrm>
            <a:off x="9527038" y="730468"/>
            <a:ext cx="8146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MEM_WB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009FE0-7787-A3EB-6282-7D22C75D2C48}"/>
              </a:ext>
            </a:extLst>
          </p:cNvPr>
          <p:cNvSpPr/>
          <p:nvPr/>
        </p:nvSpPr>
        <p:spPr>
          <a:xfrm>
            <a:off x="2458496" y="983375"/>
            <a:ext cx="124516" cy="46117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D9B3B66-045C-4BC7-2F4D-857D0D686CD3}"/>
              </a:ext>
            </a:extLst>
          </p:cNvPr>
          <p:cNvCxnSpPr/>
          <p:nvPr/>
        </p:nvCxnSpPr>
        <p:spPr>
          <a:xfrm>
            <a:off x="3209831" y="3367023"/>
            <a:ext cx="177808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ectangle 105">
            <a:extLst>
              <a:ext uri="{FF2B5EF4-FFF2-40B4-BE49-F238E27FC236}">
                <a16:creationId xmlns:a16="http://schemas.microsoft.com/office/drawing/2014/main" id="{802EBAD3-1207-E175-F4E6-F1CAAFD5CB84}"/>
              </a:ext>
            </a:extLst>
          </p:cNvPr>
          <p:cNvSpPr/>
          <p:nvPr/>
        </p:nvSpPr>
        <p:spPr>
          <a:xfrm>
            <a:off x="4112869" y="5087156"/>
            <a:ext cx="663423" cy="4606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1546BBC-B812-DED8-4B26-9FABE47BC3AA}"/>
              </a:ext>
            </a:extLst>
          </p:cNvPr>
          <p:cNvSpPr txBox="1"/>
          <p:nvPr/>
        </p:nvSpPr>
        <p:spPr>
          <a:xfrm>
            <a:off x="4171777" y="5125610"/>
            <a:ext cx="574196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Stall</a:t>
            </a:r>
          </a:p>
          <a:p>
            <a:pPr algn="ctr"/>
            <a:r>
              <a:rPr lang="en-US" sz="900" dirty="0"/>
              <a:t>counter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55D04E53-F0F2-CC32-832F-AD990A0BD8D2}"/>
              </a:ext>
            </a:extLst>
          </p:cNvPr>
          <p:cNvCxnSpPr>
            <a:cxnSpLocks/>
          </p:cNvCxnSpPr>
          <p:nvPr/>
        </p:nvCxnSpPr>
        <p:spPr>
          <a:xfrm>
            <a:off x="3882996" y="5224369"/>
            <a:ext cx="229874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Rectangle 108">
            <a:extLst>
              <a:ext uri="{FF2B5EF4-FFF2-40B4-BE49-F238E27FC236}">
                <a16:creationId xmlns:a16="http://schemas.microsoft.com/office/drawing/2014/main" id="{A81CABDD-6671-8136-C507-5421CBF47C22}"/>
              </a:ext>
            </a:extLst>
          </p:cNvPr>
          <p:cNvSpPr/>
          <p:nvPr/>
        </p:nvSpPr>
        <p:spPr>
          <a:xfrm>
            <a:off x="3204207" y="5087370"/>
            <a:ext cx="678789" cy="4847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182B11B-81F0-C7FD-76B3-7C27A04FAE43}"/>
              </a:ext>
            </a:extLst>
          </p:cNvPr>
          <p:cNvSpPr txBox="1"/>
          <p:nvPr/>
        </p:nvSpPr>
        <p:spPr>
          <a:xfrm>
            <a:off x="3169553" y="5107257"/>
            <a:ext cx="7296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Hazard</a:t>
            </a:r>
          </a:p>
          <a:p>
            <a:pPr algn="ctr"/>
            <a:r>
              <a:rPr lang="en-US" sz="1000" dirty="0"/>
              <a:t>Detection</a:t>
            </a: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E7E3730A-42E6-0433-39FD-2ACC0255676D}"/>
              </a:ext>
            </a:extLst>
          </p:cNvPr>
          <p:cNvCxnSpPr>
            <a:cxnSpLocks/>
          </p:cNvCxnSpPr>
          <p:nvPr/>
        </p:nvCxnSpPr>
        <p:spPr>
          <a:xfrm flipH="1">
            <a:off x="3888841" y="5478179"/>
            <a:ext cx="205614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D53ADBF7-10DC-5789-46E9-813992762F1C}"/>
              </a:ext>
            </a:extLst>
          </p:cNvPr>
          <p:cNvCxnSpPr>
            <a:cxnSpLocks/>
          </p:cNvCxnSpPr>
          <p:nvPr/>
        </p:nvCxnSpPr>
        <p:spPr>
          <a:xfrm flipV="1">
            <a:off x="2639349" y="5160759"/>
            <a:ext cx="553923" cy="1665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7985B0F1-5D5A-96E1-0D14-965720B89EB9}"/>
              </a:ext>
            </a:extLst>
          </p:cNvPr>
          <p:cNvGrpSpPr/>
          <p:nvPr/>
        </p:nvGrpSpPr>
        <p:grpSpPr>
          <a:xfrm>
            <a:off x="9307301" y="4163398"/>
            <a:ext cx="234557" cy="870633"/>
            <a:chOff x="6175096" y="3854324"/>
            <a:chExt cx="144932" cy="375881"/>
          </a:xfrm>
        </p:grpSpPr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15F5EDE-17BE-0E3E-4DDD-864B147D406F}"/>
                </a:ext>
              </a:extLst>
            </p:cNvPr>
            <p:cNvCxnSpPr>
              <a:cxnSpLocks/>
            </p:cNvCxnSpPr>
            <p:nvPr/>
          </p:nvCxnSpPr>
          <p:spPr>
            <a:xfrm>
              <a:off x="6180266" y="3861114"/>
              <a:ext cx="0" cy="36909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AC388BCB-D579-EC08-5CBF-2CC85FB74523}"/>
                </a:ext>
              </a:extLst>
            </p:cNvPr>
            <p:cNvCxnSpPr>
              <a:cxnSpLocks/>
            </p:cNvCxnSpPr>
            <p:nvPr/>
          </p:nvCxnSpPr>
          <p:spPr>
            <a:xfrm>
              <a:off x="6320028" y="3936909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0E401010-BF44-D516-E855-B8E547F967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5096" y="4152620"/>
              <a:ext cx="144932" cy="77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F7768323-F4FD-A2FE-5BEF-EF5EE077975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5096" y="3854324"/>
              <a:ext cx="144932" cy="857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3791C07A-D6C6-EEE2-DD1A-AAFBD13E03BD}"/>
              </a:ext>
            </a:extLst>
          </p:cNvPr>
          <p:cNvCxnSpPr>
            <a:cxnSpLocks/>
          </p:cNvCxnSpPr>
          <p:nvPr/>
        </p:nvCxnSpPr>
        <p:spPr>
          <a:xfrm>
            <a:off x="9542834" y="4611234"/>
            <a:ext cx="13618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34331E89-6C0B-1C5D-9642-5E0D0D9791DF}"/>
              </a:ext>
            </a:extLst>
          </p:cNvPr>
          <p:cNvCxnSpPr>
            <a:cxnSpLocks/>
          </p:cNvCxnSpPr>
          <p:nvPr/>
        </p:nvCxnSpPr>
        <p:spPr>
          <a:xfrm>
            <a:off x="8930725" y="4560055"/>
            <a:ext cx="3743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42D03EFD-C681-4EA9-84D6-2D58957476C9}"/>
              </a:ext>
            </a:extLst>
          </p:cNvPr>
          <p:cNvSpPr txBox="1"/>
          <p:nvPr/>
        </p:nvSpPr>
        <p:spPr>
          <a:xfrm>
            <a:off x="7868407" y="4099798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NPC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130DB228-30F1-3EAB-8348-ADF6B84F5227}"/>
              </a:ext>
            </a:extLst>
          </p:cNvPr>
          <p:cNvSpPr txBox="1"/>
          <p:nvPr/>
        </p:nvSpPr>
        <p:spPr>
          <a:xfrm>
            <a:off x="7871560" y="4515171"/>
            <a:ext cx="407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imm</a:t>
            </a:r>
            <a:endParaRPr lang="en-US" sz="900" dirty="0"/>
          </a:p>
        </p:txBody>
      </p: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8C8DC418-30F2-2E6B-79EB-C50A8BC90A03}"/>
              </a:ext>
            </a:extLst>
          </p:cNvPr>
          <p:cNvCxnSpPr>
            <a:cxnSpLocks/>
          </p:cNvCxnSpPr>
          <p:nvPr/>
        </p:nvCxnSpPr>
        <p:spPr>
          <a:xfrm flipV="1">
            <a:off x="9214921" y="4718145"/>
            <a:ext cx="100338" cy="2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TextBox 142">
            <a:extLst>
              <a:ext uri="{FF2B5EF4-FFF2-40B4-BE49-F238E27FC236}">
                <a16:creationId xmlns:a16="http://schemas.microsoft.com/office/drawing/2014/main" id="{28B52DA0-5124-B1DD-6399-E77E9F27E337}"/>
              </a:ext>
            </a:extLst>
          </p:cNvPr>
          <p:cNvSpPr txBox="1"/>
          <p:nvPr/>
        </p:nvSpPr>
        <p:spPr>
          <a:xfrm>
            <a:off x="8892828" y="4599810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NPC</a:t>
            </a:r>
          </a:p>
        </p:txBody>
      </p: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668D9262-FD4F-8437-B65A-FF28CF8998C5}"/>
              </a:ext>
            </a:extLst>
          </p:cNvPr>
          <p:cNvGrpSpPr/>
          <p:nvPr/>
        </p:nvGrpSpPr>
        <p:grpSpPr>
          <a:xfrm>
            <a:off x="8407592" y="4109253"/>
            <a:ext cx="292770" cy="637674"/>
            <a:chOff x="1074820" y="1507958"/>
            <a:chExt cx="292770" cy="637674"/>
          </a:xfrm>
        </p:grpSpPr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AEF94313-2CD9-F730-2951-3C043984003F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507958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0FE960F4-1D95-AE3E-FD52-BB27EEA05698}"/>
                </a:ext>
              </a:extLst>
            </p:cNvPr>
            <p:cNvCxnSpPr>
              <a:cxnSpLocks/>
            </p:cNvCxnSpPr>
            <p:nvPr/>
          </p:nvCxnSpPr>
          <p:spPr>
            <a:xfrm>
              <a:off x="1367590" y="1720516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2DD4560C-B14D-1712-6B66-8BA78DA65DB6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933074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76244964-CE6E-4181-63B0-7D164FD80C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4821" y="1936227"/>
              <a:ext cx="292769" cy="2094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B92832FC-E56A-5B11-0E7E-1F6ADE6DE9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4821" y="1507958"/>
              <a:ext cx="292769" cy="21571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4C24C015-6A2B-58F9-2636-B99F0EF085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821" y="1829948"/>
              <a:ext cx="140545" cy="1031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6613CFF8-5964-53FA-3F4B-1524F218D7F0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0" y="1716505"/>
              <a:ext cx="140545" cy="10713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A6C1A2E8-6BD1-A1B8-EC64-95288FD839B1}"/>
              </a:ext>
            </a:extLst>
          </p:cNvPr>
          <p:cNvCxnSpPr>
            <a:cxnSpLocks/>
          </p:cNvCxnSpPr>
          <p:nvPr/>
        </p:nvCxnSpPr>
        <p:spPr>
          <a:xfrm>
            <a:off x="8233657" y="4640648"/>
            <a:ext cx="1739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17BA2245-CE26-F7B3-650C-1F9D9C02DE77}"/>
              </a:ext>
            </a:extLst>
          </p:cNvPr>
          <p:cNvCxnSpPr/>
          <p:nvPr/>
        </p:nvCxnSpPr>
        <p:spPr>
          <a:xfrm>
            <a:off x="8229784" y="4215532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A1848007-5C57-2514-E0D9-E9FAA0E1581E}"/>
              </a:ext>
            </a:extLst>
          </p:cNvPr>
          <p:cNvSpPr txBox="1"/>
          <p:nvPr/>
        </p:nvSpPr>
        <p:spPr>
          <a:xfrm>
            <a:off x="8442429" y="4314065"/>
            <a:ext cx="35137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“+”</a:t>
            </a:r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97DF8482-C9C8-E044-1756-D3B042D2D7ED}"/>
              </a:ext>
            </a:extLst>
          </p:cNvPr>
          <p:cNvCxnSpPr>
            <a:cxnSpLocks/>
          </p:cNvCxnSpPr>
          <p:nvPr/>
        </p:nvCxnSpPr>
        <p:spPr>
          <a:xfrm flipV="1">
            <a:off x="9192573" y="4893615"/>
            <a:ext cx="100338" cy="2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8EE68CD5-3828-66D3-CF69-264F08A0AC09}"/>
              </a:ext>
            </a:extLst>
          </p:cNvPr>
          <p:cNvSpPr txBox="1"/>
          <p:nvPr/>
        </p:nvSpPr>
        <p:spPr>
          <a:xfrm>
            <a:off x="8937784" y="4780084"/>
            <a:ext cx="33214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PC</a:t>
            </a: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CE23F81E-1E87-DE9B-046A-751F5B2EF337}"/>
              </a:ext>
            </a:extLst>
          </p:cNvPr>
          <p:cNvCxnSpPr>
            <a:cxnSpLocks/>
          </p:cNvCxnSpPr>
          <p:nvPr/>
        </p:nvCxnSpPr>
        <p:spPr>
          <a:xfrm>
            <a:off x="8930725" y="4346119"/>
            <a:ext cx="3743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A3FC0B57-60E9-D03D-A66F-04619217984F}"/>
              </a:ext>
            </a:extLst>
          </p:cNvPr>
          <p:cNvCxnSpPr>
            <a:cxnSpLocks/>
          </p:cNvCxnSpPr>
          <p:nvPr/>
        </p:nvCxnSpPr>
        <p:spPr>
          <a:xfrm>
            <a:off x="8930725" y="4346119"/>
            <a:ext cx="0" cy="213936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5F47AAA6-0318-D08A-6320-0A794954F811}"/>
              </a:ext>
            </a:extLst>
          </p:cNvPr>
          <p:cNvCxnSpPr>
            <a:cxnSpLocks/>
          </p:cNvCxnSpPr>
          <p:nvPr/>
        </p:nvCxnSpPr>
        <p:spPr>
          <a:xfrm>
            <a:off x="8698040" y="4454260"/>
            <a:ext cx="232685" cy="0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0FFDF2F4-DDDE-FB8D-64B3-74C68824CD4E}"/>
              </a:ext>
            </a:extLst>
          </p:cNvPr>
          <p:cNvCxnSpPr>
            <a:cxnSpLocks/>
          </p:cNvCxnSpPr>
          <p:nvPr/>
        </p:nvCxnSpPr>
        <p:spPr>
          <a:xfrm flipV="1">
            <a:off x="9432653" y="4931909"/>
            <a:ext cx="0" cy="64143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30710D1B-628F-D0C5-C3B8-4E1DB5DB1822}"/>
              </a:ext>
            </a:extLst>
          </p:cNvPr>
          <p:cNvCxnSpPr>
            <a:cxnSpLocks/>
          </p:cNvCxnSpPr>
          <p:nvPr/>
        </p:nvCxnSpPr>
        <p:spPr>
          <a:xfrm flipH="1">
            <a:off x="7445956" y="5249726"/>
            <a:ext cx="1996145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D0735576-FA99-1226-FAE2-8A66AEE21921}"/>
              </a:ext>
            </a:extLst>
          </p:cNvPr>
          <p:cNvCxnSpPr>
            <a:cxnSpLocks/>
          </p:cNvCxnSpPr>
          <p:nvPr/>
        </p:nvCxnSpPr>
        <p:spPr>
          <a:xfrm>
            <a:off x="9254353" y="3367023"/>
            <a:ext cx="0" cy="13789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DBCE76B6-4D18-835C-C24A-DF1E79C1CF76}"/>
              </a:ext>
            </a:extLst>
          </p:cNvPr>
          <p:cNvCxnSpPr>
            <a:cxnSpLocks/>
          </p:cNvCxnSpPr>
          <p:nvPr/>
        </p:nvCxnSpPr>
        <p:spPr>
          <a:xfrm>
            <a:off x="9431921" y="3928834"/>
            <a:ext cx="0" cy="325106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TextBox 185">
            <a:extLst>
              <a:ext uri="{FF2B5EF4-FFF2-40B4-BE49-F238E27FC236}">
                <a16:creationId xmlns:a16="http://schemas.microsoft.com/office/drawing/2014/main" id="{4DF51EAB-8861-0396-BAA6-9479806818EB}"/>
              </a:ext>
            </a:extLst>
          </p:cNvPr>
          <p:cNvSpPr txBox="1"/>
          <p:nvPr/>
        </p:nvSpPr>
        <p:spPr>
          <a:xfrm>
            <a:off x="9063374" y="3733304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Not equal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02F76C24-B5A2-EF6E-0213-72D63A9FAEFB}"/>
              </a:ext>
            </a:extLst>
          </p:cNvPr>
          <p:cNvSpPr/>
          <p:nvPr/>
        </p:nvSpPr>
        <p:spPr>
          <a:xfrm>
            <a:off x="9027891" y="3504913"/>
            <a:ext cx="736311" cy="41858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FBAC4502-2B1D-5218-C2D9-AB667D10F3CF}"/>
              </a:ext>
            </a:extLst>
          </p:cNvPr>
          <p:cNvCxnSpPr>
            <a:cxnSpLocks/>
          </p:cNvCxnSpPr>
          <p:nvPr/>
        </p:nvCxnSpPr>
        <p:spPr>
          <a:xfrm>
            <a:off x="9601800" y="3193986"/>
            <a:ext cx="0" cy="31092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4F79E217-E351-6707-29A8-684823FCD841}"/>
              </a:ext>
            </a:extLst>
          </p:cNvPr>
          <p:cNvCxnSpPr>
            <a:cxnSpLocks/>
          </p:cNvCxnSpPr>
          <p:nvPr/>
        </p:nvCxnSpPr>
        <p:spPr>
          <a:xfrm flipV="1">
            <a:off x="10849629" y="3174177"/>
            <a:ext cx="0" cy="135225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88E60B1A-8F9F-F801-EE6D-5051B5DDD7FD}"/>
              </a:ext>
            </a:extLst>
          </p:cNvPr>
          <p:cNvCxnSpPr>
            <a:cxnSpLocks/>
          </p:cNvCxnSpPr>
          <p:nvPr/>
        </p:nvCxnSpPr>
        <p:spPr>
          <a:xfrm flipH="1">
            <a:off x="9981362" y="3412968"/>
            <a:ext cx="1192405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93FF150-8370-FB86-5E5C-59855FA6B568}"/>
              </a:ext>
            </a:extLst>
          </p:cNvPr>
          <p:cNvCxnSpPr>
            <a:cxnSpLocks/>
          </p:cNvCxnSpPr>
          <p:nvPr/>
        </p:nvCxnSpPr>
        <p:spPr>
          <a:xfrm flipV="1">
            <a:off x="8718196" y="2434882"/>
            <a:ext cx="0" cy="398505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9AD12D2F-0B82-940F-A9A0-1864AFEAE547}"/>
              </a:ext>
            </a:extLst>
          </p:cNvPr>
          <p:cNvCxnSpPr>
            <a:cxnSpLocks/>
          </p:cNvCxnSpPr>
          <p:nvPr/>
        </p:nvCxnSpPr>
        <p:spPr>
          <a:xfrm>
            <a:off x="1852163" y="3945542"/>
            <a:ext cx="0" cy="96648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FCD12DB1-FCE3-D025-9675-63CE92225D4D}"/>
              </a:ext>
            </a:extLst>
          </p:cNvPr>
          <p:cNvCxnSpPr>
            <a:cxnSpLocks/>
          </p:cNvCxnSpPr>
          <p:nvPr/>
        </p:nvCxnSpPr>
        <p:spPr>
          <a:xfrm>
            <a:off x="1603923" y="4513570"/>
            <a:ext cx="238807" cy="1092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BD07FDF8-8C4A-F3FC-ED2E-873C7E9461DB}"/>
              </a:ext>
            </a:extLst>
          </p:cNvPr>
          <p:cNvCxnSpPr>
            <a:cxnSpLocks/>
          </p:cNvCxnSpPr>
          <p:nvPr/>
        </p:nvCxnSpPr>
        <p:spPr>
          <a:xfrm>
            <a:off x="1849010" y="3947295"/>
            <a:ext cx="119404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236A583A-25CC-4749-5F35-D32CCBB32044}"/>
              </a:ext>
            </a:extLst>
          </p:cNvPr>
          <p:cNvCxnSpPr>
            <a:cxnSpLocks/>
          </p:cNvCxnSpPr>
          <p:nvPr/>
        </p:nvCxnSpPr>
        <p:spPr>
          <a:xfrm>
            <a:off x="1852163" y="4099832"/>
            <a:ext cx="119404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9C153D9A-939D-DDC5-28F6-F9B2A6ED3C1A}"/>
              </a:ext>
            </a:extLst>
          </p:cNvPr>
          <p:cNvCxnSpPr>
            <a:cxnSpLocks/>
          </p:cNvCxnSpPr>
          <p:nvPr/>
        </p:nvCxnSpPr>
        <p:spPr>
          <a:xfrm>
            <a:off x="1852163" y="4409541"/>
            <a:ext cx="119404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776997D0-182B-D8B3-8AF5-2B2188817DEE}"/>
              </a:ext>
            </a:extLst>
          </p:cNvPr>
          <p:cNvCxnSpPr>
            <a:cxnSpLocks/>
          </p:cNvCxnSpPr>
          <p:nvPr/>
        </p:nvCxnSpPr>
        <p:spPr>
          <a:xfrm>
            <a:off x="1852163" y="4895908"/>
            <a:ext cx="119404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66EDE48A-0E21-1AE4-80CC-22BF6BB02141}"/>
              </a:ext>
            </a:extLst>
          </p:cNvPr>
          <p:cNvCxnSpPr>
            <a:cxnSpLocks/>
          </p:cNvCxnSpPr>
          <p:nvPr/>
        </p:nvCxnSpPr>
        <p:spPr>
          <a:xfrm>
            <a:off x="1852163" y="4233266"/>
            <a:ext cx="119404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500C58B6-ABF9-5447-4931-F3274FC8E844}"/>
              </a:ext>
            </a:extLst>
          </p:cNvPr>
          <p:cNvCxnSpPr>
            <a:cxnSpLocks/>
          </p:cNvCxnSpPr>
          <p:nvPr/>
        </p:nvCxnSpPr>
        <p:spPr>
          <a:xfrm>
            <a:off x="1852163" y="4574579"/>
            <a:ext cx="119404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56B7E068-87F8-FA7D-8DB1-00C3F3E707E1}"/>
              </a:ext>
            </a:extLst>
          </p:cNvPr>
          <p:cNvCxnSpPr>
            <a:cxnSpLocks/>
          </p:cNvCxnSpPr>
          <p:nvPr/>
        </p:nvCxnSpPr>
        <p:spPr>
          <a:xfrm>
            <a:off x="1852163" y="4723607"/>
            <a:ext cx="119404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TextBox 246">
            <a:extLst>
              <a:ext uri="{FF2B5EF4-FFF2-40B4-BE49-F238E27FC236}">
                <a16:creationId xmlns:a16="http://schemas.microsoft.com/office/drawing/2014/main" id="{96B7F4CB-2978-21C1-3756-54AE300A5B2A}"/>
              </a:ext>
            </a:extLst>
          </p:cNvPr>
          <p:cNvSpPr txBox="1"/>
          <p:nvPr/>
        </p:nvSpPr>
        <p:spPr>
          <a:xfrm>
            <a:off x="1908693" y="3820410"/>
            <a:ext cx="6399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7030A0"/>
                </a:solidFill>
              </a:rPr>
              <a:t>reg_write</a:t>
            </a:r>
            <a:endParaRPr lang="en-US" sz="900" dirty="0">
              <a:solidFill>
                <a:srgbClr val="7030A0"/>
              </a:solidFill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28E1B415-6889-3533-0BAB-BF79543B7564}"/>
              </a:ext>
            </a:extLst>
          </p:cNvPr>
          <p:cNvSpPr txBox="1"/>
          <p:nvPr/>
        </p:nvSpPr>
        <p:spPr>
          <a:xfrm>
            <a:off x="1892663" y="3963371"/>
            <a:ext cx="7184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7030A0"/>
                </a:solidFill>
              </a:rPr>
              <a:t>mem_read</a:t>
            </a:r>
            <a:endParaRPr lang="en-US" sz="900" dirty="0">
              <a:solidFill>
                <a:srgbClr val="7030A0"/>
              </a:solidFill>
            </a:endParaRP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7ACC1344-F1C8-5BF1-D5FB-6581A8EC25D2}"/>
              </a:ext>
            </a:extLst>
          </p:cNvPr>
          <p:cNvSpPr txBox="1"/>
          <p:nvPr/>
        </p:nvSpPr>
        <p:spPr>
          <a:xfrm>
            <a:off x="1898440" y="4116562"/>
            <a:ext cx="74090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7030A0"/>
                </a:solidFill>
              </a:rPr>
              <a:t>mem_write</a:t>
            </a:r>
            <a:endParaRPr lang="en-US" sz="900" dirty="0">
              <a:solidFill>
                <a:srgbClr val="7030A0"/>
              </a:solidFill>
            </a:endParaRP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6F0663C8-D33B-AB21-AF3B-D27B0D8E6E98}"/>
              </a:ext>
            </a:extLst>
          </p:cNvPr>
          <p:cNvSpPr txBox="1"/>
          <p:nvPr/>
        </p:nvSpPr>
        <p:spPr>
          <a:xfrm>
            <a:off x="1904769" y="4278598"/>
            <a:ext cx="54854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7030A0"/>
                </a:solidFill>
              </a:rPr>
              <a:t>alu_src</a:t>
            </a:r>
            <a:endParaRPr lang="en-US" sz="900" dirty="0">
              <a:solidFill>
                <a:srgbClr val="7030A0"/>
              </a:solidFill>
            </a:endParaRP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A38CF1AD-8C72-B6DA-D1C2-AC9D430F8C90}"/>
              </a:ext>
            </a:extLst>
          </p:cNvPr>
          <p:cNvSpPr txBox="1"/>
          <p:nvPr/>
        </p:nvSpPr>
        <p:spPr>
          <a:xfrm>
            <a:off x="1899624" y="4448177"/>
            <a:ext cx="5373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7030A0"/>
                </a:solidFill>
              </a:rPr>
              <a:t>branch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F835948E-432D-3A37-E99C-2B84A1EF9AA6}"/>
              </a:ext>
            </a:extLst>
          </p:cNvPr>
          <p:cNvSpPr txBox="1"/>
          <p:nvPr/>
        </p:nvSpPr>
        <p:spPr>
          <a:xfrm>
            <a:off x="1890641" y="4604120"/>
            <a:ext cx="68480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7030A0"/>
                </a:solidFill>
              </a:rPr>
              <a:t>load_addr</a:t>
            </a:r>
            <a:endParaRPr lang="en-US" sz="900" dirty="0">
              <a:solidFill>
                <a:srgbClr val="7030A0"/>
              </a:solidFill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96A56E85-6E30-A024-04E9-6DBF34E8E925}"/>
              </a:ext>
            </a:extLst>
          </p:cNvPr>
          <p:cNvSpPr txBox="1"/>
          <p:nvPr/>
        </p:nvSpPr>
        <p:spPr>
          <a:xfrm>
            <a:off x="1895012" y="4754834"/>
            <a:ext cx="4379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7030A0"/>
                </a:solidFill>
              </a:rPr>
              <a:t>jump</a:t>
            </a:r>
          </a:p>
        </p:txBody>
      </p: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9A464231-8CE7-7ADC-8A63-3E6F1EC11B5A}"/>
              </a:ext>
            </a:extLst>
          </p:cNvPr>
          <p:cNvCxnSpPr/>
          <p:nvPr/>
        </p:nvCxnSpPr>
        <p:spPr>
          <a:xfrm>
            <a:off x="2162694" y="5383939"/>
            <a:ext cx="157885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42C79A3-9D7B-4125-3FC4-4FAD12E6B027}"/>
              </a:ext>
            </a:extLst>
          </p:cNvPr>
          <p:cNvCxnSpPr>
            <a:cxnSpLocks/>
          </p:cNvCxnSpPr>
          <p:nvPr/>
        </p:nvCxnSpPr>
        <p:spPr>
          <a:xfrm flipV="1">
            <a:off x="2307357" y="5383939"/>
            <a:ext cx="2866" cy="446494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6" name="TextBox 255">
            <a:extLst>
              <a:ext uri="{FF2B5EF4-FFF2-40B4-BE49-F238E27FC236}">
                <a16:creationId xmlns:a16="http://schemas.microsoft.com/office/drawing/2014/main" id="{DA7AB66C-F74B-512B-70A0-B83ED143D64E}"/>
              </a:ext>
            </a:extLst>
          </p:cNvPr>
          <p:cNvSpPr txBox="1"/>
          <p:nvPr/>
        </p:nvSpPr>
        <p:spPr>
          <a:xfrm>
            <a:off x="2048931" y="5753398"/>
            <a:ext cx="52129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7030A0"/>
                </a:solidFill>
              </a:rPr>
              <a:t>alu_op</a:t>
            </a:r>
            <a:endParaRPr lang="en-US" sz="900" dirty="0">
              <a:solidFill>
                <a:srgbClr val="7030A0"/>
              </a:solidFill>
            </a:endParaRP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7E0A66DD-838A-A62A-9FD8-35BAE8C531C5}"/>
              </a:ext>
            </a:extLst>
          </p:cNvPr>
          <p:cNvSpPr txBox="1"/>
          <p:nvPr/>
        </p:nvSpPr>
        <p:spPr>
          <a:xfrm>
            <a:off x="2735410" y="3477685"/>
            <a:ext cx="114967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7030A0"/>
                </a:solidFill>
              </a:rPr>
              <a:t>mem_wb_reg_write</a:t>
            </a:r>
            <a:endParaRPr lang="en-US" sz="900" dirty="0">
              <a:solidFill>
                <a:srgbClr val="7030A0"/>
              </a:solidFill>
            </a:endParaRPr>
          </a:p>
        </p:txBody>
      </p: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F5C11D67-250A-6DC9-2E29-EC0DA13D2DAD}"/>
              </a:ext>
            </a:extLst>
          </p:cNvPr>
          <p:cNvCxnSpPr>
            <a:cxnSpLocks/>
          </p:cNvCxnSpPr>
          <p:nvPr/>
        </p:nvCxnSpPr>
        <p:spPr>
          <a:xfrm flipV="1">
            <a:off x="3214137" y="3367023"/>
            <a:ext cx="0" cy="18229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6" name="TextBox 265">
            <a:extLst>
              <a:ext uri="{FF2B5EF4-FFF2-40B4-BE49-F238E27FC236}">
                <a16:creationId xmlns:a16="http://schemas.microsoft.com/office/drawing/2014/main" id="{51731AF6-11D5-E98F-659A-AECA122E34AB}"/>
              </a:ext>
            </a:extLst>
          </p:cNvPr>
          <p:cNvSpPr txBox="1"/>
          <p:nvPr/>
        </p:nvSpPr>
        <p:spPr>
          <a:xfrm>
            <a:off x="2683623" y="4967647"/>
            <a:ext cx="407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7030A0"/>
                </a:solidFill>
              </a:rPr>
              <a:t>instr</a:t>
            </a:r>
            <a:endParaRPr lang="en-US" sz="900" dirty="0">
              <a:solidFill>
                <a:srgbClr val="7030A0"/>
              </a:solidFill>
            </a:endParaRPr>
          </a:p>
        </p:txBody>
      </p:sp>
      <p:cxnSp>
        <p:nvCxnSpPr>
          <p:cNvPr id="267" name="Straight Arrow Connector 266">
            <a:extLst>
              <a:ext uri="{FF2B5EF4-FFF2-40B4-BE49-F238E27FC236}">
                <a16:creationId xmlns:a16="http://schemas.microsoft.com/office/drawing/2014/main" id="{FC692FB0-219E-D13E-435D-A47DB4DE80A0}"/>
              </a:ext>
            </a:extLst>
          </p:cNvPr>
          <p:cNvCxnSpPr>
            <a:cxnSpLocks/>
          </p:cNvCxnSpPr>
          <p:nvPr/>
        </p:nvCxnSpPr>
        <p:spPr>
          <a:xfrm flipV="1">
            <a:off x="2591182" y="5311158"/>
            <a:ext cx="602090" cy="1665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8" name="TextBox 267">
            <a:extLst>
              <a:ext uri="{FF2B5EF4-FFF2-40B4-BE49-F238E27FC236}">
                <a16:creationId xmlns:a16="http://schemas.microsoft.com/office/drawing/2014/main" id="{8CF00C13-6438-2271-21C8-F4FBC12051A0}"/>
              </a:ext>
            </a:extLst>
          </p:cNvPr>
          <p:cNvSpPr txBox="1"/>
          <p:nvPr/>
        </p:nvSpPr>
        <p:spPr>
          <a:xfrm>
            <a:off x="2514755" y="5135469"/>
            <a:ext cx="6926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7030A0"/>
                </a:solidFill>
              </a:rPr>
              <a:t>if_id_instr</a:t>
            </a:r>
            <a:endParaRPr lang="en-US" sz="900" dirty="0">
              <a:solidFill>
                <a:srgbClr val="7030A0"/>
              </a:solidFill>
            </a:endParaRPr>
          </a:p>
        </p:txBody>
      </p:sp>
      <p:cxnSp>
        <p:nvCxnSpPr>
          <p:cNvPr id="271" name="Straight Connector 270">
            <a:extLst>
              <a:ext uri="{FF2B5EF4-FFF2-40B4-BE49-F238E27FC236}">
                <a16:creationId xmlns:a16="http://schemas.microsoft.com/office/drawing/2014/main" id="{90DF1796-95A2-27D0-AD73-55395F6CFDEF}"/>
              </a:ext>
            </a:extLst>
          </p:cNvPr>
          <p:cNvCxnSpPr>
            <a:cxnSpLocks/>
          </p:cNvCxnSpPr>
          <p:nvPr/>
        </p:nvCxnSpPr>
        <p:spPr>
          <a:xfrm flipV="1">
            <a:off x="2413168" y="4551446"/>
            <a:ext cx="0" cy="1004594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100AB560-BBF9-BF93-8C8B-EB7350A62741}"/>
              </a:ext>
            </a:extLst>
          </p:cNvPr>
          <p:cNvCxnSpPr>
            <a:cxnSpLocks/>
          </p:cNvCxnSpPr>
          <p:nvPr/>
        </p:nvCxnSpPr>
        <p:spPr>
          <a:xfrm flipH="1">
            <a:off x="2286000" y="4881011"/>
            <a:ext cx="118486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362F10F2-374C-A14A-85CA-21429346EBB7}"/>
              </a:ext>
            </a:extLst>
          </p:cNvPr>
          <p:cNvCxnSpPr>
            <a:cxnSpLocks/>
          </p:cNvCxnSpPr>
          <p:nvPr/>
        </p:nvCxnSpPr>
        <p:spPr>
          <a:xfrm flipH="1">
            <a:off x="2349584" y="4558392"/>
            <a:ext cx="69737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Arrow Connector 279">
            <a:extLst>
              <a:ext uri="{FF2B5EF4-FFF2-40B4-BE49-F238E27FC236}">
                <a16:creationId xmlns:a16="http://schemas.microsoft.com/office/drawing/2014/main" id="{E0076D5E-DCA3-ACA3-4093-86275F8B28A2}"/>
              </a:ext>
            </a:extLst>
          </p:cNvPr>
          <p:cNvCxnSpPr>
            <a:cxnSpLocks/>
          </p:cNvCxnSpPr>
          <p:nvPr/>
        </p:nvCxnSpPr>
        <p:spPr>
          <a:xfrm>
            <a:off x="2588781" y="5437432"/>
            <a:ext cx="593452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5509F5D6-F1E4-227E-A639-7CB13767E26A}"/>
              </a:ext>
            </a:extLst>
          </p:cNvPr>
          <p:cNvCxnSpPr>
            <a:cxnSpLocks/>
          </p:cNvCxnSpPr>
          <p:nvPr/>
        </p:nvCxnSpPr>
        <p:spPr>
          <a:xfrm flipH="1">
            <a:off x="2422252" y="5428384"/>
            <a:ext cx="46523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3" name="TextBox 282">
            <a:extLst>
              <a:ext uri="{FF2B5EF4-FFF2-40B4-BE49-F238E27FC236}">
                <a16:creationId xmlns:a16="http://schemas.microsoft.com/office/drawing/2014/main" id="{A4B10B53-AAC3-65C7-6000-1C3EEA7DF60E}"/>
              </a:ext>
            </a:extLst>
          </p:cNvPr>
          <p:cNvSpPr txBox="1"/>
          <p:nvPr/>
        </p:nvSpPr>
        <p:spPr>
          <a:xfrm>
            <a:off x="2577973" y="5260828"/>
            <a:ext cx="53732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7030A0"/>
                </a:solidFill>
              </a:rPr>
              <a:t>branch</a:t>
            </a:r>
          </a:p>
        </p:txBody>
      </p: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FA796C45-7535-94A4-18D1-E8CFD819DB40}"/>
              </a:ext>
            </a:extLst>
          </p:cNvPr>
          <p:cNvCxnSpPr>
            <a:cxnSpLocks/>
          </p:cNvCxnSpPr>
          <p:nvPr/>
        </p:nvCxnSpPr>
        <p:spPr>
          <a:xfrm flipH="1">
            <a:off x="2414577" y="5556664"/>
            <a:ext cx="46523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1B27F2D0-2759-DE6B-9C52-8E288C3A170F}"/>
              </a:ext>
            </a:extLst>
          </p:cNvPr>
          <p:cNvCxnSpPr>
            <a:cxnSpLocks/>
          </p:cNvCxnSpPr>
          <p:nvPr/>
        </p:nvCxnSpPr>
        <p:spPr>
          <a:xfrm>
            <a:off x="2594263" y="5552554"/>
            <a:ext cx="593452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F86226BE-1F0A-79ED-AEDA-01F20BD2E64F}"/>
              </a:ext>
            </a:extLst>
          </p:cNvPr>
          <p:cNvSpPr txBox="1"/>
          <p:nvPr/>
        </p:nvSpPr>
        <p:spPr>
          <a:xfrm>
            <a:off x="2647294" y="5374838"/>
            <a:ext cx="4379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7030A0"/>
                </a:solidFill>
              </a:rPr>
              <a:t>jump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4E6D21B0-52C0-BB38-50DA-DAB3FE1736A6}"/>
              </a:ext>
            </a:extLst>
          </p:cNvPr>
          <p:cNvCxnSpPr>
            <a:cxnSpLocks/>
          </p:cNvCxnSpPr>
          <p:nvPr/>
        </p:nvCxnSpPr>
        <p:spPr>
          <a:xfrm>
            <a:off x="3977662" y="5001790"/>
            <a:ext cx="0" cy="217062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71A0F292-E74C-F427-C78C-31AC90F9D4FF}"/>
              </a:ext>
            </a:extLst>
          </p:cNvPr>
          <p:cNvCxnSpPr>
            <a:cxnSpLocks/>
          </p:cNvCxnSpPr>
          <p:nvPr/>
        </p:nvCxnSpPr>
        <p:spPr>
          <a:xfrm>
            <a:off x="4013843" y="5486162"/>
            <a:ext cx="0" cy="217062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F48B1793-7854-6948-2B5C-D7D00266AF18}"/>
              </a:ext>
            </a:extLst>
          </p:cNvPr>
          <p:cNvSpPr txBox="1"/>
          <p:nvPr/>
        </p:nvSpPr>
        <p:spPr>
          <a:xfrm>
            <a:off x="3639142" y="4833283"/>
            <a:ext cx="68159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7030A0"/>
                </a:solidFill>
              </a:rPr>
              <a:t>start_stall</a:t>
            </a:r>
            <a:endParaRPr lang="en-US" sz="900" dirty="0">
              <a:solidFill>
                <a:srgbClr val="7030A0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15390BD-1B8F-FB41-DB4A-63F0946ABD33}"/>
              </a:ext>
            </a:extLst>
          </p:cNvPr>
          <p:cNvSpPr txBox="1"/>
          <p:nvPr/>
        </p:nvSpPr>
        <p:spPr>
          <a:xfrm>
            <a:off x="3609208" y="5637982"/>
            <a:ext cx="8418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7030A0"/>
                </a:solidFill>
              </a:rPr>
              <a:t>stall_counter</a:t>
            </a:r>
            <a:endParaRPr lang="en-US" sz="900" dirty="0">
              <a:solidFill>
                <a:srgbClr val="7030A0"/>
              </a:solidFill>
            </a:endParaRPr>
          </a:p>
        </p:txBody>
      </p: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925C51DE-051E-9ACE-22CA-A81636F894A3}"/>
              </a:ext>
            </a:extLst>
          </p:cNvPr>
          <p:cNvCxnSpPr>
            <a:cxnSpLocks/>
          </p:cNvCxnSpPr>
          <p:nvPr/>
        </p:nvCxnSpPr>
        <p:spPr>
          <a:xfrm>
            <a:off x="5429459" y="3482439"/>
            <a:ext cx="376010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3" name="TextBox 292">
            <a:extLst>
              <a:ext uri="{FF2B5EF4-FFF2-40B4-BE49-F238E27FC236}">
                <a16:creationId xmlns:a16="http://schemas.microsoft.com/office/drawing/2014/main" id="{A3E2059E-C970-2E09-2DFA-D979B27FBFFD}"/>
              </a:ext>
            </a:extLst>
          </p:cNvPr>
          <p:cNvSpPr txBox="1"/>
          <p:nvPr/>
        </p:nvSpPr>
        <p:spPr>
          <a:xfrm>
            <a:off x="5369317" y="3446821"/>
            <a:ext cx="8611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7030A0"/>
                </a:solidFill>
              </a:rPr>
              <a:t>id_ex_alu_src</a:t>
            </a:r>
            <a:endParaRPr lang="en-US" sz="900" dirty="0">
              <a:solidFill>
                <a:srgbClr val="7030A0"/>
              </a:solidFill>
            </a:endParaRPr>
          </a:p>
        </p:txBody>
      </p: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F932C79F-BD54-5E28-BCE5-33409FF23923}"/>
              </a:ext>
            </a:extLst>
          </p:cNvPr>
          <p:cNvCxnSpPr>
            <a:cxnSpLocks/>
          </p:cNvCxnSpPr>
          <p:nvPr/>
        </p:nvCxnSpPr>
        <p:spPr>
          <a:xfrm>
            <a:off x="5428828" y="3794927"/>
            <a:ext cx="838718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8" name="TextBox 297">
            <a:extLst>
              <a:ext uri="{FF2B5EF4-FFF2-40B4-BE49-F238E27FC236}">
                <a16:creationId xmlns:a16="http://schemas.microsoft.com/office/drawing/2014/main" id="{CA2CAC2B-6176-8633-F6AE-1E16C967F30A}"/>
              </a:ext>
            </a:extLst>
          </p:cNvPr>
          <p:cNvSpPr txBox="1"/>
          <p:nvPr/>
        </p:nvSpPr>
        <p:spPr>
          <a:xfrm>
            <a:off x="5408725" y="3761954"/>
            <a:ext cx="83067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7030A0"/>
                </a:solidFill>
              </a:rPr>
              <a:t>id_ex_alu_op</a:t>
            </a:r>
            <a:endParaRPr lang="en-US" sz="900" dirty="0">
              <a:solidFill>
                <a:srgbClr val="7030A0"/>
              </a:solidFill>
            </a:endParaRPr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3F3EDE0A-4BB0-D9EA-E771-BCA324C6E369}"/>
              </a:ext>
            </a:extLst>
          </p:cNvPr>
          <p:cNvSpPr txBox="1"/>
          <p:nvPr/>
        </p:nvSpPr>
        <p:spPr>
          <a:xfrm>
            <a:off x="7391953" y="2548254"/>
            <a:ext cx="119295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7030A0"/>
                </a:solidFill>
              </a:rPr>
              <a:t>ex_mem_mem_read</a:t>
            </a:r>
            <a:endParaRPr lang="en-US" sz="900" dirty="0">
              <a:solidFill>
                <a:srgbClr val="7030A0"/>
              </a:solidFill>
            </a:endParaRPr>
          </a:p>
        </p:txBody>
      </p: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AD7B9AFB-47A0-A1FE-9597-9DBE62D78999}"/>
              </a:ext>
            </a:extLst>
          </p:cNvPr>
          <p:cNvCxnSpPr>
            <a:cxnSpLocks/>
          </p:cNvCxnSpPr>
          <p:nvPr/>
        </p:nvCxnSpPr>
        <p:spPr>
          <a:xfrm flipH="1">
            <a:off x="7469852" y="2602555"/>
            <a:ext cx="913823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4C53D096-85CA-5466-C4CE-C03B0A82EC6D}"/>
              </a:ext>
            </a:extLst>
          </p:cNvPr>
          <p:cNvCxnSpPr>
            <a:cxnSpLocks/>
          </p:cNvCxnSpPr>
          <p:nvPr/>
        </p:nvCxnSpPr>
        <p:spPr>
          <a:xfrm flipH="1">
            <a:off x="7459226" y="2833387"/>
            <a:ext cx="1272792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C2087D0E-7408-5FAC-C927-AB6DC4D3EC64}"/>
              </a:ext>
            </a:extLst>
          </p:cNvPr>
          <p:cNvSpPr txBox="1"/>
          <p:nvPr/>
        </p:nvSpPr>
        <p:spPr>
          <a:xfrm>
            <a:off x="7608268" y="2764176"/>
            <a:ext cx="121539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7030A0"/>
                </a:solidFill>
              </a:rPr>
              <a:t>ex_mem_mem_write</a:t>
            </a:r>
            <a:endParaRPr lang="en-US" sz="900" dirty="0">
              <a:solidFill>
                <a:srgbClr val="7030A0"/>
              </a:solidFill>
            </a:endParaRPr>
          </a:p>
        </p:txBody>
      </p: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A23F4DE0-7732-1327-C95B-48323D854E8B}"/>
              </a:ext>
            </a:extLst>
          </p:cNvPr>
          <p:cNvCxnSpPr>
            <a:cxnSpLocks/>
          </p:cNvCxnSpPr>
          <p:nvPr/>
        </p:nvCxnSpPr>
        <p:spPr>
          <a:xfrm flipH="1">
            <a:off x="7439539" y="3373347"/>
            <a:ext cx="1815402" cy="7299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5CD781F9-6391-3C7E-925B-0B032796D2CF}"/>
              </a:ext>
            </a:extLst>
          </p:cNvPr>
          <p:cNvCxnSpPr>
            <a:cxnSpLocks/>
          </p:cNvCxnSpPr>
          <p:nvPr/>
        </p:nvCxnSpPr>
        <p:spPr>
          <a:xfrm flipH="1">
            <a:off x="7469852" y="3193986"/>
            <a:ext cx="2143071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9" name="TextBox 328">
            <a:extLst>
              <a:ext uri="{FF2B5EF4-FFF2-40B4-BE49-F238E27FC236}">
                <a16:creationId xmlns:a16="http://schemas.microsoft.com/office/drawing/2014/main" id="{ADDDB348-A431-EEAD-EC96-7C474595CC53}"/>
              </a:ext>
            </a:extLst>
          </p:cNvPr>
          <p:cNvSpPr txBox="1"/>
          <p:nvPr/>
        </p:nvSpPr>
        <p:spPr>
          <a:xfrm>
            <a:off x="7544094" y="3327530"/>
            <a:ext cx="115127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7030A0"/>
                </a:solidFill>
              </a:rPr>
              <a:t>ex_mem_reg1_data</a:t>
            </a:r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877F0128-79BA-304E-C977-F6C8BBAAADA3}"/>
              </a:ext>
            </a:extLst>
          </p:cNvPr>
          <p:cNvSpPr txBox="1"/>
          <p:nvPr/>
        </p:nvSpPr>
        <p:spPr>
          <a:xfrm>
            <a:off x="8130812" y="3128892"/>
            <a:ext cx="115127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7030A0"/>
                </a:solidFill>
              </a:rPr>
              <a:t>ex_mem_reg2_data</a:t>
            </a:r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A9B26448-14AF-D019-A59D-B3C439399CA2}"/>
              </a:ext>
            </a:extLst>
          </p:cNvPr>
          <p:cNvSpPr txBox="1"/>
          <p:nvPr/>
        </p:nvSpPr>
        <p:spPr>
          <a:xfrm>
            <a:off x="8587976" y="3931697"/>
            <a:ext cx="91884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7030A0"/>
                </a:solidFill>
              </a:rPr>
              <a:t>not_equal_flag</a:t>
            </a:r>
            <a:endParaRPr lang="en-US" sz="900" dirty="0">
              <a:solidFill>
                <a:srgbClr val="7030A0"/>
              </a:solidFill>
            </a:endParaRPr>
          </a:p>
        </p:txBody>
      </p:sp>
      <p:cxnSp>
        <p:nvCxnSpPr>
          <p:cNvPr id="348" name="Straight Connector 347">
            <a:extLst>
              <a:ext uri="{FF2B5EF4-FFF2-40B4-BE49-F238E27FC236}">
                <a16:creationId xmlns:a16="http://schemas.microsoft.com/office/drawing/2014/main" id="{3E3C7B4F-2C76-0F12-63C7-861ED4C23158}"/>
              </a:ext>
            </a:extLst>
          </p:cNvPr>
          <p:cNvCxnSpPr>
            <a:cxnSpLocks/>
          </p:cNvCxnSpPr>
          <p:nvPr/>
        </p:nvCxnSpPr>
        <p:spPr>
          <a:xfrm flipH="1">
            <a:off x="7445956" y="5445669"/>
            <a:ext cx="1996145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9" name="TextBox 348">
            <a:extLst>
              <a:ext uri="{FF2B5EF4-FFF2-40B4-BE49-F238E27FC236}">
                <a16:creationId xmlns:a16="http://schemas.microsoft.com/office/drawing/2014/main" id="{EA56FE53-482D-9456-7988-44BB64036F73}"/>
              </a:ext>
            </a:extLst>
          </p:cNvPr>
          <p:cNvSpPr txBox="1"/>
          <p:nvPr/>
        </p:nvSpPr>
        <p:spPr>
          <a:xfrm>
            <a:off x="7392356" y="5002415"/>
            <a:ext cx="68159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7030A0"/>
                </a:solidFill>
              </a:rPr>
              <a:t>start_stall</a:t>
            </a:r>
            <a:endParaRPr lang="en-US" sz="900" dirty="0">
              <a:solidFill>
                <a:srgbClr val="7030A0"/>
              </a:solidFill>
            </a:endParaRPr>
          </a:p>
        </p:txBody>
      </p:sp>
      <p:sp>
        <p:nvSpPr>
          <p:cNvPr id="350" name="TextBox 349">
            <a:extLst>
              <a:ext uri="{FF2B5EF4-FFF2-40B4-BE49-F238E27FC236}">
                <a16:creationId xmlns:a16="http://schemas.microsoft.com/office/drawing/2014/main" id="{3BE05CB1-CBB2-0B1F-CFA9-8CFB6B6AFB80}"/>
              </a:ext>
            </a:extLst>
          </p:cNvPr>
          <p:cNvSpPr txBox="1"/>
          <p:nvPr/>
        </p:nvSpPr>
        <p:spPr>
          <a:xfrm>
            <a:off x="7544161" y="5178995"/>
            <a:ext cx="101181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7030A0"/>
                </a:solidFill>
              </a:rPr>
              <a:t>ex_mem_branch</a:t>
            </a:r>
            <a:endParaRPr lang="en-US" sz="900" dirty="0">
              <a:solidFill>
                <a:srgbClr val="7030A0"/>
              </a:solidFill>
            </a:endParaRPr>
          </a:p>
        </p:txBody>
      </p:sp>
      <p:sp>
        <p:nvSpPr>
          <p:cNvPr id="351" name="TextBox 350">
            <a:extLst>
              <a:ext uri="{FF2B5EF4-FFF2-40B4-BE49-F238E27FC236}">
                <a16:creationId xmlns:a16="http://schemas.microsoft.com/office/drawing/2014/main" id="{AC119BE6-E7D1-6CB1-131D-78C2879B6E6E}"/>
              </a:ext>
            </a:extLst>
          </p:cNvPr>
          <p:cNvSpPr txBox="1"/>
          <p:nvPr/>
        </p:nvSpPr>
        <p:spPr>
          <a:xfrm>
            <a:off x="7862715" y="5371874"/>
            <a:ext cx="9124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7030A0"/>
                </a:solidFill>
              </a:rPr>
              <a:t>ex_mem_jump</a:t>
            </a:r>
            <a:endParaRPr lang="en-US" sz="900" dirty="0">
              <a:solidFill>
                <a:srgbClr val="7030A0"/>
              </a:solidFill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6A6DA6DA-B405-64EF-3F99-5CB18A4D3123}"/>
              </a:ext>
            </a:extLst>
          </p:cNvPr>
          <p:cNvSpPr txBox="1"/>
          <p:nvPr/>
        </p:nvSpPr>
        <p:spPr>
          <a:xfrm>
            <a:off x="8518639" y="5522566"/>
            <a:ext cx="8418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7030A0"/>
                </a:solidFill>
              </a:rPr>
              <a:t>stall_counter</a:t>
            </a:r>
            <a:endParaRPr lang="en-US" sz="900" dirty="0">
              <a:solidFill>
                <a:srgbClr val="7030A0"/>
              </a:solidFill>
            </a:endParaRP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55F5C684-AB49-F099-8801-3C7B59A5BE87}"/>
              </a:ext>
            </a:extLst>
          </p:cNvPr>
          <p:cNvCxnSpPr>
            <a:cxnSpLocks/>
          </p:cNvCxnSpPr>
          <p:nvPr/>
        </p:nvCxnSpPr>
        <p:spPr>
          <a:xfrm flipH="1">
            <a:off x="9989736" y="3605562"/>
            <a:ext cx="1187380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7176820B-0B6C-D96C-D702-CE3A82E03EE7}"/>
              </a:ext>
            </a:extLst>
          </p:cNvPr>
          <p:cNvCxnSpPr>
            <a:cxnSpLocks/>
          </p:cNvCxnSpPr>
          <p:nvPr/>
        </p:nvCxnSpPr>
        <p:spPr>
          <a:xfrm flipH="1">
            <a:off x="9998110" y="3794927"/>
            <a:ext cx="1172308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TextBox 181">
            <a:extLst>
              <a:ext uri="{FF2B5EF4-FFF2-40B4-BE49-F238E27FC236}">
                <a16:creationId xmlns:a16="http://schemas.microsoft.com/office/drawing/2014/main" id="{4BFD961E-B968-E9CA-C693-3E08C8A6B322}"/>
              </a:ext>
            </a:extLst>
          </p:cNvPr>
          <p:cNvSpPr txBox="1"/>
          <p:nvPr/>
        </p:nvSpPr>
        <p:spPr>
          <a:xfrm>
            <a:off x="9969639" y="3358493"/>
            <a:ext cx="12282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7030A0"/>
                </a:solidFill>
              </a:rPr>
              <a:t>mem_wb_mem_read</a:t>
            </a:r>
            <a:endParaRPr lang="en-US" sz="900" dirty="0">
              <a:solidFill>
                <a:srgbClr val="7030A0"/>
              </a:solidFill>
            </a:endParaRPr>
          </a:p>
        </p:txBody>
      </p: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F089A9ED-FB7E-102A-86B4-376C2F8F1009}"/>
              </a:ext>
            </a:extLst>
          </p:cNvPr>
          <p:cNvCxnSpPr>
            <a:cxnSpLocks/>
          </p:cNvCxnSpPr>
          <p:nvPr/>
        </p:nvCxnSpPr>
        <p:spPr>
          <a:xfrm>
            <a:off x="11178790" y="3309402"/>
            <a:ext cx="0" cy="485525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795664D5-E27E-03D2-762E-9B594741E415}"/>
              </a:ext>
            </a:extLst>
          </p:cNvPr>
          <p:cNvCxnSpPr>
            <a:cxnSpLocks/>
          </p:cNvCxnSpPr>
          <p:nvPr/>
        </p:nvCxnSpPr>
        <p:spPr>
          <a:xfrm flipH="1">
            <a:off x="10843846" y="3309402"/>
            <a:ext cx="333270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TextBox 202">
            <a:extLst>
              <a:ext uri="{FF2B5EF4-FFF2-40B4-BE49-F238E27FC236}">
                <a16:creationId xmlns:a16="http://schemas.microsoft.com/office/drawing/2014/main" id="{4CEAF38B-427B-3FDC-BDE3-62A066B531D2}"/>
              </a:ext>
            </a:extLst>
          </p:cNvPr>
          <p:cNvSpPr txBox="1"/>
          <p:nvPr/>
        </p:nvSpPr>
        <p:spPr>
          <a:xfrm>
            <a:off x="9991495" y="3534339"/>
            <a:ext cx="119455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7030A0"/>
                </a:solidFill>
              </a:rPr>
              <a:t>mem_wb_load_addr</a:t>
            </a:r>
            <a:endParaRPr lang="en-US" sz="900" dirty="0">
              <a:solidFill>
                <a:srgbClr val="7030A0"/>
              </a:solidFill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9AE34112-1DDF-FFCF-4811-19DD2213BD28}"/>
              </a:ext>
            </a:extLst>
          </p:cNvPr>
          <p:cNvSpPr txBox="1"/>
          <p:nvPr/>
        </p:nvSpPr>
        <p:spPr>
          <a:xfrm>
            <a:off x="10015613" y="3740906"/>
            <a:ext cx="11496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7030A0"/>
                </a:solidFill>
              </a:rPr>
              <a:t>mem_wb_reg_write</a:t>
            </a:r>
            <a:endParaRPr lang="en-US" sz="900" dirty="0">
              <a:solidFill>
                <a:srgbClr val="7030A0"/>
              </a:solidFill>
            </a:endParaRPr>
          </a:p>
        </p:txBody>
      </p: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71C3CFFB-EF06-47B3-408B-B417309905EA}"/>
              </a:ext>
            </a:extLst>
          </p:cNvPr>
          <p:cNvCxnSpPr>
            <a:cxnSpLocks/>
          </p:cNvCxnSpPr>
          <p:nvPr/>
        </p:nvCxnSpPr>
        <p:spPr>
          <a:xfrm>
            <a:off x="2589028" y="1197429"/>
            <a:ext cx="272725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6E321B18-E51F-EFB9-FD89-4162D06C6AE3}"/>
              </a:ext>
            </a:extLst>
          </p:cNvPr>
          <p:cNvCxnSpPr>
            <a:cxnSpLocks/>
          </p:cNvCxnSpPr>
          <p:nvPr/>
        </p:nvCxnSpPr>
        <p:spPr>
          <a:xfrm>
            <a:off x="914400" y="1200973"/>
            <a:ext cx="152442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CCA08A8D-2AA1-5882-F1D1-349C86F51C70}"/>
              </a:ext>
            </a:extLst>
          </p:cNvPr>
          <p:cNvCxnSpPr>
            <a:cxnSpLocks/>
          </p:cNvCxnSpPr>
          <p:nvPr/>
        </p:nvCxnSpPr>
        <p:spPr>
          <a:xfrm>
            <a:off x="5406656" y="1190340"/>
            <a:ext cx="191443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Arrow Connector 214">
            <a:extLst>
              <a:ext uri="{FF2B5EF4-FFF2-40B4-BE49-F238E27FC236}">
                <a16:creationId xmlns:a16="http://schemas.microsoft.com/office/drawing/2014/main" id="{FDC76F40-BE6B-4962-060D-40F47B126A07}"/>
              </a:ext>
            </a:extLst>
          </p:cNvPr>
          <p:cNvCxnSpPr>
            <a:cxnSpLocks/>
          </p:cNvCxnSpPr>
          <p:nvPr/>
        </p:nvCxnSpPr>
        <p:spPr>
          <a:xfrm>
            <a:off x="7469372" y="1184376"/>
            <a:ext cx="238314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CD965C0D-6A5E-50AA-A6E4-25020246A6B6}"/>
              </a:ext>
            </a:extLst>
          </p:cNvPr>
          <p:cNvCxnSpPr>
            <a:cxnSpLocks/>
          </p:cNvCxnSpPr>
          <p:nvPr/>
        </p:nvCxnSpPr>
        <p:spPr>
          <a:xfrm>
            <a:off x="9999921" y="1189693"/>
            <a:ext cx="124932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2" name="TextBox 351">
            <a:extLst>
              <a:ext uri="{FF2B5EF4-FFF2-40B4-BE49-F238E27FC236}">
                <a16:creationId xmlns:a16="http://schemas.microsoft.com/office/drawing/2014/main" id="{63DD9BAF-BB8C-31D5-9F6C-D10758B25C82}"/>
              </a:ext>
            </a:extLst>
          </p:cNvPr>
          <p:cNvSpPr txBox="1"/>
          <p:nvPr/>
        </p:nvSpPr>
        <p:spPr>
          <a:xfrm>
            <a:off x="914400" y="997255"/>
            <a:ext cx="15408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Raw Values in IF </a:t>
            </a:r>
            <a:r>
              <a:rPr lang="en-US" sz="1000" dirty="0">
                <a:solidFill>
                  <a:srgbClr val="FF0000"/>
                </a:solidFill>
                <a:sym typeface="Wingdings" panose="05000000000000000000" pitchFamily="2" charset="2"/>
              </a:rPr>
              <a:t> IF_ID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9C499613-746F-C9FB-EFDD-7B9E6A0FA742}"/>
              </a:ext>
            </a:extLst>
          </p:cNvPr>
          <p:cNvSpPr txBox="1"/>
          <p:nvPr/>
        </p:nvSpPr>
        <p:spPr>
          <a:xfrm>
            <a:off x="2962063" y="984434"/>
            <a:ext cx="20457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IF_ID Registers </a:t>
            </a:r>
            <a:r>
              <a:rPr lang="en-US" sz="1000" dirty="0">
                <a:solidFill>
                  <a:srgbClr val="FF0000"/>
                </a:solidFill>
                <a:sym typeface="Wingdings" panose="05000000000000000000" pitchFamily="2" charset="2"/>
              </a:rPr>
              <a:t> ID_EX Registers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355" name="TextBox 354">
            <a:extLst>
              <a:ext uri="{FF2B5EF4-FFF2-40B4-BE49-F238E27FC236}">
                <a16:creationId xmlns:a16="http://schemas.microsoft.com/office/drawing/2014/main" id="{6BE744BF-0AA5-08D2-5E69-E9EFD298FC89}"/>
              </a:ext>
            </a:extLst>
          </p:cNvPr>
          <p:cNvSpPr txBox="1"/>
          <p:nvPr/>
        </p:nvSpPr>
        <p:spPr>
          <a:xfrm>
            <a:off x="5348729" y="990331"/>
            <a:ext cx="22365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ID_EX Registers </a:t>
            </a:r>
            <a:r>
              <a:rPr lang="en-US" sz="1000" dirty="0">
                <a:solidFill>
                  <a:srgbClr val="FF0000"/>
                </a:solidFill>
                <a:sym typeface="Wingdings" panose="05000000000000000000" pitchFamily="2" charset="2"/>
              </a:rPr>
              <a:t> EX_MEM Registers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2DEA35EB-22F3-C249-6A01-279BB7A5353B}"/>
              </a:ext>
            </a:extLst>
          </p:cNvPr>
          <p:cNvSpPr txBox="1"/>
          <p:nvPr/>
        </p:nvSpPr>
        <p:spPr>
          <a:xfrm>
            <a:off x="7441476" y="978088"/>
            <a:ext cx="24368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EX_MEM Registers </a:t>
            </a:r>
            <a:r>
              <a:rPr lang="en-US" sz="1000" dirty="0">
                <a:solidFill>
                  <a:srgbClr val="FF0000"/>
                </a:solidFill>
                <a:sym typeface="Wingdings" panose="05000000000000000000" pitchFamily="2" charset="2"/>
              </a:rPr>
              <a:t> MEM_WB Registers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357" name="TextBox 356">
            <a:extLst>
              <a:ext uri="{FF2B5EF4-FFF2-40B4-BE49-F238E27FC236}">
                <a16:creationId xmlns:a16="http://schemas.microsoft.com/office/drawing/2014/main" id="{A3A92CD9-0FDC-5420-9129-4FE997971BBA}"/>
              </a:ext>
            </a:extLst>
          </p:cNvPr>
          <p:cNvSpPr txBox="1"/>
          <p:nvPr/>
        </p:nvSpPr>
        <p:spPr>
          <a:xfrm>
            <a:off x="9947555" y="993913"/>
            <a:ext cx="16321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MEM_WB Registers </a:t>
            </a:r>
            <a:r>
              <a:rPr lang="en-US" sz="1000" dirty="0">
                <a:solidFill>
                  <a:srgbClr val="FF0000"/>
                </a:solidFill>
                <a:sym typeface="Wingdings" panose="05000000000000000000" pitchFamily="2" charset="2"/>
              </a:rPr>
              <a:t> Out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2F59B639-3F3B-9C10-3277-9732F58F2577}"/>
              </a:ext>
            </a:extLst>
          </p:cNvPr>
          <p:cNvSpPr/>
          <p:nvPr/>
        </p:nvSpPr>
        <p:spPr>
          <a:xfrm>
            <a:off x="10145864" y="4047113"/>
            <a:ext cx="1948033" cy="26478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9" name="TextBox 358">
            <a:extLst>
              <a:ext uri="{FF2B5EF4-FFF2-40B4-BE49-F238E27FC236}">
                <a16:creationId xmlns:a16="http://schemas.microsoft.com/office/drawing/2014/main" id="{F8105C27-EB6F-0878-946D-3E26BA52B56D}"/>
              </a:ext>
            </a:extLst>
          </p:cNvPr>
          <p:cNvSpPr txBox="1"/>
          <p:nvPr/>
        </p:nvSpPr>
        <p:spPr>
          <a:xfrm>
            <a:off x="10122090" y="4047868"/>
            <a:ext cx="17787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Pipeline Registers</a:t>
            </a:r>
          </a:p>
        </p:txBody>
      </p:sp>
      <p:sp>
        <p:nvSpPr>
          <p:cNvPr id="360" name="TextBox 359">
            <a:extLst>
              <a:ext uri="{FF2B5EF4-FFF2-40B4-BE49-F238E27FC236}">
                <a16:creationId xmlns:a16="http://schemas.microsoft.com/office/drawing/2014/main" id="{E2DEFAC6-65F4-0322-2495-9BCACCAE3B96}"/>
              </a:ext>
            </a:extLst>
          </p:cNvPr>
          <p:cNvSpPr txBox="1"/>
          <p:nvPr/>
        </p:nvSpPr>
        <p:spPr>
          <a:xfrm>
            <a:off x="10226722" y="4253940"/>
            <a:ext cx="1792403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FF0000"/>
                </a:solidFill>
              </a:rPr>
              <a:t>reg_write</a:t>
            </a:r>
            <a:endParaRPr lang="en-US" sz="1000" dirty="0">
              <a:solidFill>
                <a:srgbClr val="FF000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FF0000"/>
                </a:solidFill>
              </a:rPr>
              <a:t>alu_src</a:t>
            </a:r>
            <a:endParaRPr lang="en-US" sz="1000" dirty="0">
              <a:solidFill>
                <a:srgbClr val="FF000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FF0000"/>
                </a:solidFill>
              </a:rPr>
              <a:t>mem_read</a:t>
            </a:r>
            <a:endParaRPr lang="en-US" sz="1000" dirty="0">
              <a:solidFill>
                <a:srgbClr val="FF000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FF0000"/>
                </a:solidFill>
              </a:rPr>
              <a:t>mem_write</a:t>
            </a:r>
            <a:endParaRPr lang="en-US" sz="1000" dirty="0">
              <a:solidFill>
                <a:srgbClr val="FF000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F0000"/>
                </a:solidFill>
              </a:rPr>
              <a:t>branch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F0000"/>
                </a:solidFill>
              </a:rPr>
              <a:t>jump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FF0000"/>
                </a:solidFill>
              </a:rPr>
              <a:t>load_addr</a:t>
            </a:r>
            <a:endParaRPr lang="en-US" sz="1000" dirty="0">
              <a:solidFill>
                <a:srgbClr val="FF000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FF0000"/>
                </a:solidFill>
              </a:rPr>
              <a:t>rd</a:t>
            </a:r>
            <a:endParaRPr lang="en-US" sz="1000" dirty="0">
              <a:solidFill>
                <a:srgbClr val="FF000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FF0000"/>
                </a:solidFill>
              </a:rPr>
              <a:t>instr</a:t>
            </a:r>
            <a:endParaRPr lang="en-US" sz="1000" dirty="0">
              <a:solidFill>
                <a:srgbClr val="FF000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FF0000"/>
                </a:solidFill>
              </a:rPr>
              <a:t>npc</a:t>
            </a:r>
            <a:endParaRPr lang="en-US" sz="1000" dirty="0">
              <a:solidFill>
                <a:srgbClr val="FF000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F0000"/>
                </a:solidFill>
              </a:rPr>
              <a:t>reg1_data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F0000"/>
                </a:solidFill>
              </a:rPr>
              <a:t>reg2_data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FF0000"/>
                </a:solidFill>
              </a:rPr>
              <a:t>imm</a:t>
            </a:r>
            <a:endParaRPr lang="en-US" sz="1000" dirty="0">
              <a:solidFill>
                <a:srgbClr val="FF000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FF0000"/>
                </a:solidFill>
              </a:rPr>
              <a:t>alu_result</a:t>
            </a:r>
            <a:endParaRPr lang="en-US" sz="1000" dirty="0">
              <a:solidFill>
                <a:srgbClr val="FF000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FF0000"/>
                </a:solidFill>
              </a:rPr>
              <a:t>alu_op</a:t>
            </a:r>
            <a:endParaRPr lang="en-US" sz="1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1170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ab80a06-f029-45c0-84d1-7dad19ce3c61}" enabled="0" method="" siteId="{7ab80a06-f029-45c0-84d1-7dad19ce3c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1825</TotalTime>
  <Words>321</Words>
  <Application>Microsoft Office PowerPoint</Application>
  <PresentationFormat>Widescreen</PresentationFormat>
  <Paragraphs>119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York, George W CIV USAF USAFA DF/DFEC</dc:creator>
  <cp:lastModifiedBy>Sick, Alexander B C1C USAF USAFA CW/CS06</cp:lastModifiedBy>
  <cp:revision>18</cp:revision>
  <cp:lastPrinted>2025-06-30T21:01:03Z</cp:lastPrinted>
  <dcterms:created xsi:type="dcterms:W3CDTF">2025-06-30T15:01:42Z</dcterms:created>
  <dcterms:modified xsi:type="dcterms:W3CDTF">2026-04-26T13:46:16Z</dcterms:modified>
</cp:coreProperties>
</file>